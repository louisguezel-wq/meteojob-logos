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  <p:sldMasterId id="2147483675" r:id="rId2"/>
    <p:sldMasterId id="2147483679" r:id="rId3"/>
    <p:sldMasterId id="2147483683" r:id="rId4"/>
    <p:sldMasterId id="2147483712" r:id="rId5"/>
  </p:sldMasterIdLst>
  <p:notesMasterIdLst>
    <p:notesMasterId r:id="rId9"/>
  </p:notesMasterIdLst>
  <p:handoutMasterIdLst>
    <p:handoutMasterId r:id="rId10"/>
  </p:handoutMasterIdLst>
  <p:sldIdLst>
    <p:sldId id="603" r:id="rId6"/>
    <p:sldId id="694" r:id="rId7"/>
    <p:sldId id="629" r:id="rId8"/>
  </p:sldIdLst>
  <p:sldSz cx="12190413" cy="6858000"/>
  <p:notesSz cx="6810375" cy="99425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rine MATHIS" initials="SM" lastIdx="1" clrIdx="0">
    <p:extLst>
      <p:ext uri="{19B8F6BF-5375-455C-9EA6-DF929625EA0E}">
        <p15:presenceInfo xmlns:p15="http://schemas.microsoft.com/office/powerpoint/2012/main" userId="S-1-5-21-3589364825-3195211977-3539864874-21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004"/>
    <a:srgbClr val="7FA4C6"/>
    <a:srgbClr val="FAC9AE"/>
    <a:srgbClr val="FCBA28"/>
    <a:srgbClr val="4E4541"/>
    <a:srgbClr val="F9C839"/>
    <a:srgbClr val="E63B2D"/>
    <a:srgbClr val="E83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1" autoAdjust="0"/>
    <p:restoredTop sz="94601" autoAdjust="0"/>
  </p:normalViewPr>
  <p:slideViewPr>
    <p:cSldViewPr>
      <p:cViewPr varScale="1">
        <p:scale>
          <a:sx n="82" d="100"/>
          <a:sy n="82" d="100"/>
        </p:scale>
        <p:origin x="40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27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7625" y="0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7E8C-DC09-4808-B500-1DBA562B9170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7625" y="9444038"/>
            <a:ext cx="295116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FD813-80FB-4DC3-A02B-B2A59EB42E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8884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163" cy="497126"/>
          </a:xfrm>
          <a:prstGeom prst="rect">
            <a:avLst/>
          </a:prstGeom>
        </p:spPr>
        <p:txBody>
          <a:bodyPr vert="horz" lIns="91552" tIns="45775" rIns="91552" bIns="45775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7639" y="0"/>
            <a:ext cx="2951163" cy="497126"/>
          </a:xfrm>
          <a:prstGeom prst="rect">
            <a:avLst/>
          </a:prstGeom>
        </p:spPr>
        <p:txBody>
          <a:bodyPr vert="horz" lIns="91552" tIns="45775" rIns="91552" bIns="45775" rtlCol="0"/>
          <a:lstStyle>
            <a:lvl1pPr algn="r">
              <a:defRPr sz="1200"/>
            </a:lvl1pPr>
          </a:lstStyle>
          <a:p>
            <a:fld id="{4469BAED-7244-4CFD-B296-4CA0E295109A}" type="datetimeFigureOut">
              <a:rPr lang="fr-FR" smtClean="0"/>
              <a:pPr/>
              <a:t>01/07/2026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9400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2" tIns="45775" rIns="91552" bIns="457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1038" y="4722696"/>
            <a:ext cx="5448300" cy="4474131"/>
          </a:xfrm>
          <a:prstGeom prst="rect">
            <a:avLst/>
          </a:prstGeom>
        </p:spPr>
        <p:txBody>
          <a:bodyPr vert="horz" lIns="91552" tIns="45775" rIns="91552" bIns="45775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9443662"/>
            <a:ext cx="2951163" cy="497126"/>
          </a:xfrm>
          <a:prstGeom prst="rect">
            <a:avLst/>
          </a:prstGeom>
        </p:spPr>
        <p:txBody>
          <a:bodyPr vert="horz" lIns="91552" tIns="45775" rIns="91552" bIns="45775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7639" y="9443662"/>
            <a:ext cx="2951163" cy="497126"/>
          </a:xfrm>
          <a:prstGeom prst="rect">
            <a:avLst/>
          </a:prstGeom>
        </p:spPr>
        <p:txBody>
          <a:bodyPr vert="horz" lIns="91552" tIns="45775" rIns="91552" bIns="45775" rtlCol="0" anchor="b"/>
          <a:lstStyle>
            <a:lvl1pPr algn="r">
              <a:defRPr sz="1200"/>
            </a:lvl1pPr>
          </a:lstStyle>
          <a:p>
            <a:fld id="{7CC980D4-DF77-4EAC-99C4-8485D56CB4A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17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7ADBC3-000C-B048-B539-44A2B8367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577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D2B2BE-FE03-3547-92CB-2AD498B0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>
              <a:solidFill>
                <a:prstClr val="black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530EB8-DBA7-D44C-BEDD-7275A5D6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05C39A-D486-6342-B1B8-485D4108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5026" y="6356351"/>
            <a:ext cx="2742843" cy="365125"/>
          </a:xfrm>
          <a:prstGeom prst="rect">
            <a:avLst/>
          </a:prstGeom>
        </p:spPr>
        <p:txBody>
          <a:bodyPr/>
          <a:lstStyle/>
          <a:p>
            <a:fld id="{B71207EF-7FBB-6B4A-9D3C-A4A7A61A91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08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9343" y="1772816"/>
            <a:ext cx="4871070" cy="50851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26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7" y="255565"/>
            <a:ext cx="648073" cy="365125"/>
          </a:xfrm>
        </p:spPr>
        <p:txBody>
          <a:bodyPr/>
          <a:lstStyle>
            <a:lvl1pPr algn="r">
              <a:defRPr sz="1138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2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457205" y="228606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0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30" cy="360040"/>
          </a:xfrm>
          <a:prstGeom prst="rect">
            <a:avLst/>
          </a:prstGeom>
        </p:spPr>
        <p:txBody>
          <a:bodyPr vert="horz" lIns="74305" tIns="37152" rIns="74305" bIns="37152" rtlCol="0" anchor="ctr">
            <a:normAutofit/>
          </a:bodyPr>
          <a:lstStyle/>
          <a:p>
            <a:pPr algn="r" defTabSz="743041">
              <a:spcBef>
                <a:spcPct val="0"/>
              </a:spcBef>
              <a:defRPr/>
            </a:pPr>
            <a:endParaRPr lang="fr-FR" sz="1138" dirty="0">
              <a:solidFill>
                <a:srgbClr val="4E4541"/>
              </a:solidFill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6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1625" b="0">
                <a:solidFill>
                  <a:srgbClr val="7FA4C6"/>
                </a:solidFill>
              </a:defRPr>
            </a:lvl1pPr>
            <a:lvl2pPr marL="371521" indent="0">
              <a:buNone/>
              <a:defRPr sz="1625" b="1"/>
            </a:lvl2pPr>
            <a:lvl3pPr marL="743041" indent="0">
              <a:buNone/>
              <a:defRPr sz="1463" b="1"/>
            </a:lvl3pPr>
            <a:lvl4pPr marL="1114562" indent="0">
              <a:buNone/>
              <a:defRPr sz="1300" b="1"/>
            </a:lvl4pPr>
            <a:lvl5pPr marL="1486083" indent="0">
              <a:buNone/>
              <a:defRPr sz="1300" b="1"/>
            </a:lvl5pPr>
            <a:lvl6pPr marL="1857604" indent="0">
              <a:buNone/>
              <a:defRPr sz="1300" b="1"/>
            </a:lvl6pPr>
            <a:lvl7pPr marL="2229124" indent="0">
              <a:buNone/>
              <a:defRPr sz="1300" b="1"/>
            </a:lvl7pPr>
            <a:lvl8pPr marL="2600645" indent="0">
              <a:buNone/>
              <a:defRPr sz="1300" b="1"/>
            </a:lvl8pPr>
            <a:lvl9pPr marL="2972166" indent="0">
              <a:buNone/>
              <a:defRPr sz="13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2"/>
          </p:nvPr>
        </p:nvSpPr>
        <p:spPr>
          <a:xfrm>
            <a:off x="609521" y="1628800"/>
            <a:ext cx="10958293" cy="4896544"/>
          </a:xfrm>
        </p:spPr>
        <p:txBody>
          <a:bodyPr wrap="square">
            <a:normAutofit/>
          </a:bodyPr>
          <a:lstStyle>
            <a:lvl1pPr marL="0" indent="0">
              <a:buNone/>
              <a:defRPr sz="1381">
                <a:solidFill>
                  <a:srgbClr val="4E4541"/>
                </a:solidFill>
              </a:defRPr>
            </a:lvl1pPr>
            <a:lvl2pPr>
              <a:defRPr sz="1381">
                <a:solidFill>
                  <a:srgbClr val="4E4541"/>
                </a:solidFill>
              </a:defRPr>
            </a:lvl2pPr>
            <a:lvl3pPr>
              <a:defRPr sz="1381">
                <a:solidFill>
                  <a:srgbClr val="4E4541"/>
                </a:solidFill>
              </a:defRPr>
            </a:lvl3pPr>
            <a:lvl4pPr>
              <a:defRPr sz="1381">
                <a:solidFill>
                  <a:srgbClr val="4E4541"/>
                </a:solidFill>
              </a:defRPr>
            </a:lvl4pPr>
            <a:lvl5pPr>
              <a:defRPr sz="1381">
                <a:solidFill>
                  <a:srgbClr val="4E4541"/>
                </a:solidFill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1824822"/>
      </p:ext>
    </p:extLst>
  </p:cSld>
  <p:clrMapOvr>
    <a:masterClrMapping/>
  </p:clrMapOvr>
  <p:transition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7ADBC3-000C-B048-B539-44A2B8367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850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D2B2BE-FE03-3547-92CB-2AD498B0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>
              <a:solidFill>
                <a:prstClr val="black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530EB8-DBA7-D44C-BEDD-7275A5D6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05C39A-D486-6342-B1B8-485D4108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5026" y="6356351"/>
            <a:ext cx="2742843" cy="365125"/>
          </a:xfrm>
          <a:prstGeom prst="rect">
            <a:avLst/>
          </a:prstGeom>
        </p:spPr>
        <p:txBody>
          <a:bodyPr/>
          <a:lstStyle/>
          <a:p>
            <a:fld id="{B71207EF-7FBB-6B4A-9D3C-A4A7A61A91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48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9343" y="1772816"/>
            <a:ext cx="4871070" cy="50851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26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7" y="255565"/>
            <a:ext cx="648073" cy="365125"/>
          </a:xfrm>
        </p:spPr>
        <p:txBody>
          <a:bodyPr/>
          <a:lstStyle>
            <a:lvl1pPr algn="r">
              <a:defRPr sz="1138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2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457205" y="228606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0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30" cy="360040"/>
          </a:xfrm>
          <a:prstGeom prst="rect">
            <a:avLst/>
          </a:prstGeom>
        </p:spPr>
        <p:txBody>
          <a:bodyPr vert="horz" lIns="74305" tIns="37152" rIns="74305" bIns="37152" rtlCol="0" anchor="ctr">
            <a:normAutofit/>
          </a:bodyPr>
          <a:lstStyle/>
          <a:p>
            <a:pPr algn="r" defTabSz="743041">
              <a:spcBef>
                <a:spcPct val="0"/>
              </a:spcBef>
              <a:defRPr/>
            </a:pPr>
            <a:endParaRPr lang="fr-FR" sz="1138" dirty="0">
              <a:solidFill>
                <a:srgbClr val="4E4541"/>
              </a:solidFill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6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1625" b="0">
                <a:solidFill>
                  <a:srgbClr val="7FA4C6"/>
                </a:solidFill>
              </a:defRPr>
            </a:lvl1pPr>
            <a:lvl2pPr marL="371521" indent="0">
              <a:buNone/>
              <a:defRPr sz="1625" b="1"/>
            </a:lvl2pPr>
            <a:lvl3pPr marL="743041" indent="0">
              <a:buNone/>
              <a:defRPr sz="1463" b="1"/>
            </a:lvl3pPr>
            <a:lvl4pPr marL="1114562" indent="0">
              <a:buNone/>
              <a:defRPr sz="1300" b="1"/>
            </a:lvl4pPr>
            <a:lvl5pPr marL="1486083" indent="0">
              <a:buNone/>
              <a:defRPr sz="1300" b="1"/>
            </a:lvl5pPr>
            <a:lvl6pPr marL="1857604" indent="0">
              <a:buNone/>
              <a:defRPr sz="1300" b="1"/>
            </a:lvl6pPr>
            <a:lvl7pPr marL="2229124" indent="0">
              <a:buNone/>
              <a:defRPr sz="1300" b="1"/>
            </a:lvl7pPr>
            <a:lvl8pPr marL="2600645" indent="0">
              <a:buNone/>
              <a:defRPr sz="1300" b="1"/>
            </a:lvl8pPr>
            <a:lvl9pPr marL="2972166" indent="0">
              <a:buNone/>
              <a:defRPr sz="13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2"/>
          </p:nvPr>
        </p:nvSpPr>
        <p:spPr>
          <a:xfrm>
            <a:off x="609521" y="1628800"/>
            <a:ext cx="10958293" cy="4896544"/>
          </a:xfrm>
        </p:spPr>
        <p:txBody>
          <a:bodyPr wrap="square">
            <a:normAutofit/>
          </a:bodyPr>
          <a:lstStyle>
            <a:lvl1pPr marL="0" indent="0">
              <a:buNone/>
              <a:defRPr sz="1381">
                <a:solidFill>
                  <a:srgbClr val="4E4541"/>
                </a:solidFill>
              </a:defRPr>
            </a:lvl1pPr>
            <a:lvl2pPr>
              <a:defRPr sz="1381">
                <a:solidFill>
                  <a:srgbClr val="4E4541"/>
                </a:solidFill>
              </a:defRPr>
            </a:lvl2pPr>
            <a:lvl3pPr>
              <a:defRPr sz="1381">
                <a:solidFill>
                  <a:srgbClr val="4E4541"/>
                </a:solidFill>
              </a:defRPr>
            </a:lvl3pPr>
            <a:lvl4pPr>
              <a:defRPr sz="1381">
                <a:solidFill>
                  <a:srgbClr val="4E4541"/>
                </a:solidFill>
              </a:defRPr>
            </a:lvl4pPr>
            <a:lvl5pPr>
              <a:defRPr sz="1381">
                <a:solidFill>
                  <a:srgbClr val="4E4541"/>
                </a:solidFill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0093166"/>
      </p:ext>
    </p:extLst>
  </p:cSld>
  <p:clrMapOvr>
    <a:masterClrMapping/>
  </p:clrMapOvr>
  <p:transition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7ADBC3-000C-B048-B539-44A2B8367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162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D2B2BE-FE03-3547-92CB-2AD498B0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>
              <a:solidFill>
                <a:prstClr val="black"/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530EB8-DBA7-D44C-BEDD-7275A5D6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/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05C39A-D486-6342-B1B8-485D4108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5026" y="6356351"/>
            <a:ext cx="2742843" cy="365125"/>
          </a:xfrm>
          <a:prstGeom prst="rect">
            <a:avLst/>
          </a:prstGeom>
        </p:spPr>
        <p:txBody>
          <a:bodyPr/>
          <a:lstStyle/>
          <a:p>
            <a:fld id="{B71207EF-7FBB-6B4A-9D3C-A4A7A61A91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25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9343" y="1772816"/>
            <a:ext cx="4871070" cy="50851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26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7" y="255565"/>
            <a:ext cx="648073" cy="365125"/>
          </a:xfrm>
        </p:spPr>
        <p:txBody>
          <a:bodyPr/>
          <a:lstStyle>
            <a:lvl1pPr algn="r">
              <a:defRPr sz="1138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2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457205" y="228606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0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30" cy="360040"/>
          </a:xfrm>
          <a:prstGeom prst="rect">
            <a:avLst/>
          </a:prstGeom>
        </p:spPr>
        <p:txBody>
          <a:bodyPr vert="horz" lIns="74305" tIns="37152" rIns="74305" bIns="37152" rtlCol="0" anchor="ctr">
            <a:normAutofit/>
          </a:bodyPr>
          <a:lstStyle/>
          <a:p>
            <a:pPr algn="r" defTabSz="743041">
              <a:spcBef>
                <a:spcPct val="0"/>
              </a:spcBef>
              <a:defRPr/>
            </a:pPr>
            <a:endParaRPr lang="fr-FR" sz="1138" dirty="0">
              <a:solidFill>
                <a:srgbClr val="4E4541"/>
              </a:solidFill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6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1625" b="0">
                <a:solidFill>
                  <a:srgbClr val="7FA4C6"/>
                </a:solidFill>
              </a:defRPr>
            </a:lvl1pPr>
            <a:lvl2pPr marL="371521" indent="0">
              <a:buNone/>
              <a:defRPr sz="1625" b="1"/>
            </a:lvl2pPr>
            <a:lvl3pPr marL="743041" indent="0">
              <a:buNone/>
              <a:defRPr sz="1463" b="1"/>
            </a:lvl3pPr>
            <a:lvl4pPr marL="1114562" indent="0">
              <a:buNone/>
              <a:defRPr sz="1300" b="1"/>
            </a:lvl4pPr>
            <a:lvl5pPr marL="1486083" indent="0">
              <a:buNone/>
              <a:defRPr sz="1300" b="1"/>
            </a:lvl5pPr>
            <a:lvl6pPr marL="1857604" indent="0">
              <a:buNone/>
              <a:defRPr sz="1300" b="1"/>
            </a:lvl6pPr>
            <a:lvl7pPr marL="2229124" indent="0">
              <a:buNone/>
              <a:defRPr sz="1300" b="1"/>
            </a:lvl7pPr>
            <a:lvl8pPr marL="2600645" indent="0">
              <a:buNone/>
              <a:defRPr sz="1300" b="1"/>
            </a:lvl8pPr>
            <a:lvl9pPr marL="2972166" indent="0">
              <a:buNone/>
              <a:defRPr sz="13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2"/>
          </p:nvPr>
        </p:nvSpPr>
        <p:spPr>
          <a:xfrm>
            <a:off x="609521" y="1628800"/>
            <a:ext cx="10958293" cy="4896544"/>
          </a:xfrm>
        </p:spPr>
        <p:txBody>
          <a:bodyPr wrap="square">
            <a:normAutofit/>
          </a:bodyPr>
          <a:lstStyle>
            <a:lvl1pPr marL="0" indent="0">
              <a:buNone/>
              <a:defRPr sz="1381">
                <a:solidFill>
                  <a:srgbClr val="4E4541"/>
                </a:solidFill>
              </a:defRPr>
            </a:lvl1pPr>
            <a:lvl2pPr>
              <a:defRPr sz="1381">
                <a:solidFill>
                  <a:srgbClr val="4E4541"/>
                </a:solidFill>
              </a:defRPr>
            </a:lvl2pPr>
            <a:lvl3pPr>
              <a:defRPr sz="1381">
                <a:solidFill>
                  <a:srgbClr val="4E4541"/>
                </a:solidFill>
              </a:defRPr>
            </a:lvl3pPr>
            <a:lvl4pPr>
              <a:defRPr sz="1381">
                <a:solidFill>
                  <a:srgbClr val="4E4541"/>
                </a:solidFill>
              </a:defRPr>
            </a:lvl4pPr>
            <a:lvl5pPr>
              <a:defRPr sz="1381">
                <a:solidFill>
                  <a:srgbClr val="4E4541"/>
                </a:solidFill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357682"/>
      </p:ext>
    </p:extLst>
  </p:cSld>
  <p:clrMapOvr>
    <a:masterClrMapping/>
  </p:clrMapOvr>
  <p:transition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7ADBC3-000C-B048-B539-44A2B8367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265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TEXT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D6A8103F-6A1B-41E5-A266-7FE6A94E5AAF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 hasCustomPrompt="1"/>
          </p:nvPr>
        </p:nvSpPr>
        <p:spPr>
          <a:xfrm>
            <a:off x="616156" y="812554"/>
            <a:ext cx="11469782" cy="62458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616156" y="1630732"/>
            <a:ext cx="11219662" cy="50403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Forme libre : forme 26">
            <a:extLst>
              <a:ext uri="{FF2B5EF4-FFF2-40B4-BE49-F238E27FC236}">
                <a16:creationId xmlns:a16="http://schemas.microsoft.com/office/drawing/2014/main" id="{12C05A7A-D68C-46FC-9A82-CAE127512222}"/>
              </a:ext>
            </a:extLst>
          </p:cNvPr>
          <p:cNvSpPr/>
          <p:nvPr/>
        </p:nvSpPr>
        <p:spPr>
          <a:xfrm rot="5400000" flipV="1">
            <a:off x="-482448" y="804794"/>
            <a:ext cx="1470605" cy="517653"/>
          </a:xfrm>
          <a:custGeom>
            <a:avLst/>
            <a:gdLst>
              <a:gd name="connsiteX0" fmla="*/ 0 w 1413084"/>
              <a:gd name="connsiteY0" fmla="*/ 0 h 527694"/>
              <a:gd name="connsiteX1" fmla="*/ 75342 w 1413084"/>
              <a:gd name="connsiteY1" fmla="*/ 14249 h 527694"/>
              <a:gd name="connsiteX2" fmla="*/ 188535 w 1413084"/>
              <a:gd name="connsiteY2" fmla="*/ 63463 h 527694"/>
              <a:gd name="connsiteX3" fmla="*/ 411830 w 1413084"/>
              <a:gd name="connsiteY3" fmla="*/ 281216 h 527694"/>
              <a:gd name="connsiteX4" fmla="*/ 587619 w 1413084"/>
              <a:gd name="connsiteY4" fmla="*/ 480769 h 527694"/>
              <a:gd name="connsiteX5" fmla="*/ 681241 w 1413084"/>
              <a:gd name="connsiteY5" fmla="*/ 520016 h 527694"/>
              <a:gd name="connsiteX6" fmla="*/ 696792 w 1413084"/>
              <a:gd name="connsiteY6" fmla="*/ 527694 h 527694"/>
              <a:gd name="connsiteX7" fmla="*/ 729281 w 1413084"/>
              <a:gd name="connsiteY7" fmla="*/ 527694 h 527694"/>
              <a:gd name="connsiteX8" fmla="*/ 748432 w 1413084"/>
              <a:gd name="connsiteY8" fmla="*/ 519636 h 527694"/>
              <a:gd name="connsiteX9" fmla="*/ 836981 w 1413084"/>
              <a:gd name="connsiteY9" fmla="*/ 486362 h 527694"/>
              <a:gd name="connsiteX10" fmla="*/ 1012319 w 1413084"/>
              <a:gd name="connsiteY10" fmla="*/ 314680 h 527694"/>
              <a:gd name="connsiteX11" fmla="*/ 1238111 w 1413084"/>
              <a:gd name="connsiteY11" fmla="*/ 77586 h 527694"/>
              <a:gd name="connsiteX12" fmla="*/ 1407272 w 1413084"/>
              <a:gd name="connsiteY12" fmla="*/ 799 h 527694"/>
              <a:gd name="connsiteX13" fmla="*/ 1413084 w 1413084"/>
              <a:gd name="connsiteY13" fmla="*/ 0 h 52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3084" h="527694">
                <a:moveTo>
                  <a:pt x="0" y="0"/>
                </a:moveTo>
                <a:lnTo>
                  <a:pt x="75342" y="14249"/>
                </a:lnTo>
                <a:cubicBezTo>
                  <a:pt x="113356" y="25377"/>
                  <a:pt x="151114" y="41090"/>
                  <a:pt x="188535" y="63463"/>
                </a:cubicBezTo>
                <a:cubicBezTo>
                  <a:pt x="267712" y="110767"/>
                  <a:pt x="341122" y="186986"/>
                  <a:pt x="411830" y="281216"/>
                </a:cubicBezTo>
                <a:cubicBezTo>
                  <a:pt x="468422" y="356583"/>
                  <a:pt x="524521" y="435929"/>
                  <a:pt x="587619" y="480769"/>
                </a:cubicBezTo>
                <a:cubicBezTo>
                  <a:pt x="618064" y="502383"/>
                  <a:pt x="648998" y="519543"/>
                  <a:pt x="681241" y="520016"/>
                </a:cubicBezTo>
                <a:cubicBezTo>
                  <a:pt x="686440" y="520111"/>
                  <a:pt x="691635" y="525041"/>
                  <a:pt x="696792" y="527694"/>
                </a:cubicBezTo>
                <a:cubicBezTo>
                  <a:pt x="707635" y="527694"/>
                  <a:pt x="718438" y="527694"/>
                  <a:pt x="729281" y="527694"/>
                </a:cubicBezTo>
                <a:cubicBezTo>
                  <a:pt x="735664" y="524946"/>
                  <a:pt x="742006" y="522006"/>
                  <a:pt x="748432" y="519636"/>
                </a:cubicBezTo>
                <a:cubicBezTo>
                  <a:pt x="777974" y="508828"/>
                  <a:pt x="808214" y="503995"/>
                  <a:pt x="836981" y="486362"/>
                </a:cubicBezTo>
                <a:cubicBezTo>
                  <a:pt x="898768" y="448632"/>
                  <a:pt x="955768" y="383031"/>
                  <a:pt x="1012319" y="314680"/>
                </a:cubicBezTo>
                <a:cubicBezTo>
                  <a:pt x="1085564" y="225853"/>
                  <a:pt x="1158482" y="134466"/>
                  <a:pt x="1238111" y="77586"/>
                </a:cubicBezTo>
                <a:cubicBezTo>
                  <a:pt x="1293353" y="38056"/>
                  <a:pt x="1349289" y="7625"/>
                  <a:pt x="1407272" y="799"/>
                </a:cubicBezTo>
                <a:lnTo>
                  <a:pt x="1413084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8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2431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+ TEXT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072B4820-790D-4557-8B30-58DA2E0C9DB5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 hasCustomPrompt="1"/>
          </p:nvPr>
        </p:nvSpPr>
        <p:spPr>
          <a:xfrm>
            <a:off x="616156" y="798046"/>
            <a:ext cx="11469782" cy="624581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 sur une ligne</a:t>
            </a: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612265" y="1630731"/>
            <a:ext cx="3543051" cy="50403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Espace réservé du texte 8"/>
          <p:cNvSpPr>
            <a:spLocks noGrp="1"/>
          </p:cNvSpPr>
          <p:nvPr>
            <p:ph type="body" sz="quarter" idx="15"/>
          </p:nvPr>
        </p:nvSpPr>
        <p:spPr>
          <a:xfrm>
            <a:off x="4364463" y="1625602"/>
            <a:ext cx="3543051" cy="50403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1" name="Espace réservé du texte 8"/>
          <p:cNvSpPr>
            <a:spLocks noGrp="1"/>
          </p:cNvSpPr>
          <p:nvPr>
            <p:ph type="body" sz="quarter" idx="16"/>
          </p:nvPr>
        </p:nvSpPr>
        <p:spPr>
          <a:xfrm>
            <a:off x="8116660" y="1599604"/>
            <a:ext cx="3543051" cy="50403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Forme libre : forme 26">
            <a:extLst>
              <a:ext uri="{FF2B5EF4-FFF2-40B4-BE49-F238E27FC236}">
                <a16:creationId xmlns:a16="http://schemas.microsoft.com/office/drawing/2014/main" id="{12C05A7A-D68C-46FC-9A82-CAE127512222}"/>
              </a:ext>
            </a:extLst>
          </p:cNvPr>
          <p:cNvSpPr/>
          <p:nvPr/>
        </p:nvSpPr>
        <p:spPr>
          <a:xfrm rot="5400000" flipV="1">
            <a:off x="-482448" y="804794"/>
            <a:ext cx="1470605" cy="517653"/>
          </a:xfrm>
          <a:custGeom>
            <a:avLst/>
            <a:gdLst>
              <a:gd name="connsiteX0" fmla="*/ 0 w 1413084"/>
              <a:gd name="connsiteY0" fmla="*/ 0 h 527694"/>
              <a:gd name="connsiteX1" fmla="*/ 75342 w 1413084"/>
              <a:gd name="connsiteY1" fmla="*/ 14249 h 527694"/>
              <a:gd name="connsiteX2" fmla="*/ 188535 w 1413084"/>
              <a:gd name="connsiteY2" fmla="*/ 63463 h 527694"/>
              <a:gd name="connsiteX3" fmla="*/ 411830 w 1413084"/>
              <a:gd name="connsiteY3" fmla="*/ 281216 h 527694"/>
              <a:gd name="connsiteX4" fmla="*/ 587619 w 1413084"/>
              <a:gd name="connsiteY4" fmla="*/ 480769 h 527694"/>
              <a:gd name="connsiteX5" fmla="*/ 681241 w 1413084"/>
              <a:gd name="connsiteY5" fmla="*/ 520016 h 527694"/>
              <a:gd name="connsiteX6" fmla="*/ 696792 w 1413084"/>
              <a:gd name="connsiteY6" fmla="*/ 527694 h 527694"/>
              <a:gd name="connsiteX7" fmla="*/ 729281 w 1413084"/>
              <a:gd name="connsiteY7" fmla="*/ 527694 h 527694"/>
              <a:gd name="connsiteX8" fmla="*/ 748432 w 1413084"/>
              <a:gd name="connsiteY8" fmla="*/ 519636 h 527694"/>
              <a:gd name="connsiteX9" fmla="*/ 836981 w 1413084"/>
              <a:gd name="connsiteY9" fmla="*/ 486362 h 527694"/>
              <a:gd name="connsiteX10" fmla="*/ 1012319 w 1413084"/>
              <a:gd name="connsiteY10" fmla="*/ 314680 h 527694"/>
              <a:gd name="connsiteX11" fmla="*/ 1238111 w 1413084"/>
              <a:gd name="connsiteY11" fmla="*/ 77586 h 527694"/>
              <a:gd name="connsiteX12" fmla="*/ 1407272 w 1413084"/>
              <a:gd name="connsiteY12" fmla="*/ 799 h 527694"/>
              <a:gd name="connsiteX13" fmla="*/ 1413084 w 1413084"/>
              <a:gd name="connsiteY13" fmla="*/ 0 h 52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3084" h="527694">
                <a:moveTo>
                  <a:pt x="0" y="0"/>
                </a:moveTo>
                <a:lnTo>
                  <a:pt x="75342" y="14249"/>
                </a:lnTo>
                <a:cubicBezTo>
                  <a:pt x="113356" y="25377"/>
                  <a:pt x="151114" y="41090"/>
                  <a:pt x="188535" y="63463"/>
                </a:cubicBezTo>
                <a:cubicBezTo>
                  <a:pt x="267712" y="110767"/>
                  <a:pt x="341122" y="186986"/>
                  <a:pt x="411830" y="281216"/>
                </a:cubicBezTo>
                <a:cubicBezTo>
                  <a:pt x="468422" y="356583"/>
                  <a:pt x="524521" y="435929"/>
                  <a:pt x="587619" y="480769"/>
                </a:cubicBezTo>
                <a:cubicBezTo>
                  <a:pt x="618064" y="502383"/>
                  <a:pt x="648998" y="519543"/>
                  <a:pt x="681241" y="520016"/>
                </a:cubicBezTo>
                <a:cubicBezTo>
                  <a:pt x="686440" y="520111"/>
                  <a:pt x="691635" y="525041"/>
                  <a:pt x="696792" y="527694"/>
                </a:cubicBezTo>
                <a:cubicBezTo>
                  <a:pt x="707635" y="527694"/>
                  <a:pt x="718438" y="527694"/>
                  <a:pt x="729281" y="527694"/>
                </a:cubicBezTo>
                <a:cubicBezTo>
                  <a:pt x="735664" y="524946"/>
                  <a:pt x="742006" y="522006"/>
                  <a:pt x="748432" y="519636"/>
                </a:cubicBezTo>
                <a:cubicBezTo>
                  <a:pt x="777974" y="508828"/>
                  <a:pt x="808214" y="503995"/>
                  <a:pt x="836981" y="486362"/>
                </a:cubicBezTo>
                <a:cubicBezTo>
                  <a:pt x="898768" y="448632"/>
                  <a:pt x="955768" y="383031"/>
                  <a:pt x="1012319" y="314680"/>
                </a:cubicBezTo>
                <a:cubicBezTo>
                  <a:pt x="1085564" y="225853"/>
                  <a:pt x="1158482" y="134466"/>
                  <a:pt x="1238111" y="77586"/>
                </a:cubicBezTo>
                <a:cubicBezTo>
                  <a:pt x="1293353" y="38056"/>
                  <a:pt x="1349289" y="7625"/>
                  <a:pt x="1407272" y="799"/>
                </a:cubicBezTo>
                <a:lnTo>
                  <a:pt x="1413084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8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7786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2 lignes + TEXT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6FB3B4C8-C38F-4806-AFDE-A53C0A6EEC04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 hasCustomPrompt="1"/>
          </p:nvPr>
        </p:nvSpPr>
        <p:spPr>
          <a:xfrm>
            <a:off x="696497" y="721048"/>
            <a:ext cx="11266934" cy="920795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696496" y="1798922"/>
            <a:ext cx="11266934" cy="450980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0" name="Forme libre : forme 26">
            <a:extLst>
              <a:ext uri="{FF2B5EF4-FFF2-40B4-BE49-F238E27FC236}">
                <a16:creationId xmlns:a16="http://schemas.microsoft.com/office/drawing/2014/main" id="{12C05A7A-D68C-46FC-9A82-CAE127512222}"/>
              </a:ext>
            </a:extLst>
          </p:cNvPr>
          <p:cNvSpPr/>
          <p:nvPr/>
        </p:nvSpPr>
        <p:spPr>
          <a:xfrm rot="5400000" flipV="1">
            <a:off x="-482448" y="804794"/>
            <a:ext cx="1470605" cy="517653"/>
          </a:xfrm>
          <a:custGeom>
            <a:avLst/>
            <a:gdLst>
              <a:gd name="connsiteX0" fmla="*/ 0 w 1413084"/>
              <a:gd name="connsiteY0" fmla="*/ 0 h 527694"/>
              <a:gd name="connsiteX1" fmla="*/ 75342 w 1413084"/>
              <a:gd name="connsiteY1" fmla="*/ 14249 h 527694"/>
              <a:gd name="connsiteX2" fmla="*/ 188535 w 1413084"/>
              <a:gd name="connsiteY2" fmla="*/ 63463 h 527694"/>
              <a:gd name="connsiteX3" fmla="*/ 411830 w 1413084"/>
              <a:gd name="connsiteY3" fmla="*/ 281216 h 527694"/>
              <a:gd name="connsiteX4" fmla="*/ 587619 w 1413084"/>
              <a:gd name="connsiteY4" fmla="*/ 480769 h 527694"/>
              <a:gd name="connsiteX5" fmla="*/ 681241 w 1413084"/>
              <a:gd name="connsiteY5" fmla="*/ 520016 h 527694"/>
              <a:gd name="connsiteX6" fmla="*/ 696792 w 1413084"/>
              <a:gd name="connsiteY6" fmla="*/ 527694 h 527694"/>
              <a:gd name="connsiteX7" fmla="*/ 729281 w 1413084"/>
              <a:gd name="connsiteY7" fmla="*/ 527694 h 527694"/>
              <a:gd name="connsiteX8" fmla="*/ 748432 w 1413084"/>
              <a:gd name="connsiteY8" fmla="*/ 519636 h 527694"/>
              <a:gd name="connsiteX9" fmla="*/ 836981 w 1413084"/>
              <a:gd name="connsiteY9" fmla="*/ 486362 h 527694"/>
              <a:gd name="connsiteX10" fmla="*/ 1012319 w 1413084"/>
              <a:gd name="connsiteY10" fmla="*/ 314680 h 527694"/>
              <a:gd name="connsiteX11" fmla="*/ 1238111 w 1413084"/>
              <a:gd name="connsiteY11" fmla="*/ 77586 h 527694"/>
              <a:gd name="connsiteX12" fmla="*/ 1407272 w 1413084"/>
              <a:gd name="connsiteY12" fmla="*/ 799 h 527694"/>
              <a:gd name="connsiteX13" fmla="*/ 1413084 w 1413084"/>
              <a:gd name="connsiteY13" fmla="*/ 0 h 52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3084" h="527694">
                <a:moveTo>
                  <a:pt x="0" y="0"/>
                </a:moveTo>
                <a:lnTo>
                  <a:pt x="75342" y="14249"/>
                </a:lnTo>
                <a:cubicBezTo>
                  <a:pt x="113356" y="25377"/>
                  <a:pt x="151114" y="41090"/>
                  <a:pt x="188535" y="63463"/>
                </a:cubicBezTo>
                <a:cubicBezTo>
                  <a:pt x="267712" y="110767"/>
                  <a:pt x="341122" y="186986"/>
                  <a:pt x="411830" y="281216"/>
                </a:cubicBezTo>
                <a:cubicBezTo>
                  <a:pt x="468422" y="356583"/>
                  <a:pt x="524521" y="435929"/>
                  <a:pt x="587619" y="480769"/>
                </a:cubicBezTo>
                <a:cubicBezTo>
                  <a:pt x="618064" y="502383"/>
                  <a:pt x="648998" y="519543"/>
                  <a:pt x="681241" y="520016"/>
                </a:cubicBezTo>
                <a:cubicBezTo>
                  <a:pt x="686440" y="520111"/>
                  <a:pt x="691635" y="525041"/>
                  <a:pt x="696792" y="527694"/>
                </a:cubicBezTo>
                <a:cubicBezTo>
                  <a:pt x="707635" y="527694"/>
                  <a:pt x="718438" y="527694"/>
                  <a:pt x="729281" y="527694"/>
                </a:cubicBezTo>
                <a:cubicBezTo>
                  <a:pt x="735664" y="524946"/>
                  <a:pt x="742006" y="522006"/>
                  <a:pt x="748432" y="519636"/>
                </a:cubicBezTo>
                <a:cubicBezTo>
                  <a:pt x="777974" y="508828"/>
                  <a:pt x="808214" y="503995"/>
                  <a:pt x="836981" y="486362"/>
                </a:cubicBezTo>
                <a:cubicBezTo>
                  <a:pt x="898768" y="448632"/>
                  <a:pt x="955768" y="383031"/>
                  <a:pt x="1012319" y="314680"/>
                </a:cubicBezTo>
                <a:cubicBezTo>
                  <a:pt x="1085564" y="225853"/>
                  <a:pt x="1158482" y="134466"/>
                  <a:pt x="1238111" y="77586"/>
                </a:cubicBezTo>
                <a:cubicBezTo>
                  <a:pt x="1293353" y="38056"/>
                  <a:pt x="1349289" y="7625"/>
                  <a:pt x="1407272" y="799"/>
                </a:cubicBezTo>
                <a:lnTo>
                  <a:pt x="1413084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8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8040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1 IMAGE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F25D5E79-D06B-4054-B423-3EBD9CB86CCC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92022" y="745254"/>
            <a:ext cx="11226964" cy="6245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4258710" y="1500819"/>
            <a:ext cx="7704722" cy="48079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6"/>
          </p:nvPr>
        </p:nvSpPr>
        <p:spPr>
          <a:xfrm>
            <a:off x="592022" y="1500819"/>
            <a:ext cx="3450816" cy="4858616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1" name="Forme libre : forme 26">
            <a:extLst>
              <a:ext uri="{FF2B5EF4-FFF2-40B4-BE49-F238E27FC236}">
                <a16:creationId xmlns:a16="http://schemas.microsoft.com/office/drawing/2014/main" id="{12C05A7A-D68C-46FC-9A82-CAE127512222}"/>
              </a:ext>
            </a:extLst>
          </p:cNvPr>
          <p:cNvSpPr/>
          <p:nvPr/>
        </p:nvSpPr>
        <p:spPr>
          <a:xfrm rot="5400000" flipV="1">
            <a:off x="-482448" y="804794"/>
            <a:ext cx="1470605" cy="517653"/>
          </a:xfrm>
          <a:custGeom>
            <a:avLst/>
            <a:gdLst>
              <a:gd name="connsiteX0" fmla="*/ 0 w 1413084"/>
              <a:gd name="connsiteY0" fmla="*/ 0 h 527694"/>
              <a:gd name="connsiteX1" fmla="*/ 75342 w 1413084"/>
              <a:gd name="connsiteY1" fmla="*/ 14249 h 527694"/>
              <a:gd name="connsiteX2" fmla="*/ 188535 w 1413084"/>
              <a:gd name="connsiteY2" fmla="*/ 63463 h 527694"/>
              <a:gd name="connsiteX3" fmla="*/ 411830 w 1413084"/>
              <a:gd name="connsiteY3" fmla="*/ 281216 h 527694"/>
              <a:gd name="connsiteX4" fmla="*/ 587619 w 1413084"/>
              <a:gd name="connsiteY4" fmla="*/ 480769 h 527694"/>
              <a:gd name="connsiteX5" fmla="*/ 681241 w 1413084"/>
              <a:gd name="connsiteY5" fmla="*/ 520016 h 527694"/>
              <a:gd name="connsiteX6" fmla="*/ 696792 w 1413084"/>
              <a:gd name="connsiteY6" fmla="*/ 527694 h 527694"/>
              <a:gd name="connsiteX7" fmla="*/ 729281 w 1413084"/>
              <a:gd name="connsiteY7" fmla="*/ 527694 h 527694"/>
              <a:gd name="connsiteX8" fmla="*/ 748432 w 1413084"/>
              <a:gd name="connsiteY8" fmla="*/ 519636 h 527694"/>
              <a:gd name="connsiteX9" fmla="*/ 836981 w 1413084"/>
              <a:gd name="connsiteY9" fmla="*/ 486362 h 527694"/>
              <a:gd name="connsiteX10" fmla="*/ 1012319 w 1413084"/>
              <a:gd name="connsiteY10" fmla="*/ 314680 h 527694"/>
              <a:gd name="connsiteX11" fmla="*/ 1238111 w 1413084"/>
              <a:gd name="connsiteY11" fmla="*/ 77586 h 527694"/>
              <a:gd name="connsiteX12" fmla="*/ 1407272 w 1413084"/>
              <a:gd name="connsiteY12" fmla="*/ 799 h 527694"/>
              <a:gd name="connsiteX13" fmla="*/ 1413084 w 1413084"/>
              <a:gd name="connsiteY13" fmla="*/ 0 h 52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3084" h="527694">
                <a:moveTo>
                  <a:pt x="0" y="0"/>
                </a:moveTo>
                <a:lnTo>
                  <a:pt x="75342" y="14249"/>
                </a:lnTo>
                <a:cubicBezTo>
                  <a:pt x="113356" y="25377"/>
                  <a:pt x="151114" y="41090"/>
                  <a:pt x="188535" y="63463"/>
                </a:cubicBezTo>
                <a:cubicBezTo>
                  <a:pt x="267712" y="110767"/>
                  <a:pt x="341122" y="186986"/>
                  <a:pt x="411830" y="281216"/>
                </a:cubicBezTo>
                <a:cubicBezTo>
                  <a:pt x="468422" y="356583"/>
                  <a:pt x="524521" y="435929"/>
                  <a:pt x="587619" y="480769"/>
                </a:cubicBezTo>
                <a:cubicBezTo>
                  <a:pt x="618064" y="502383"/>
                  <a:pt x="648998" y="519543"/>
                  <a:pt x="681241" y="520016"/>
                </a:cubicBezTo>
                <a:cubicBezTo>
                  <a:pt x="686440" y="520111"/>
                  <a:pt x="691635" y="525041"/>
                  <a:pt x="696792" y="527694"/>
                </a:cubicBezTo>
                <a:cubicBezTo>
                  <a:pt x="707635" y="527694"/>
                  <a:pt x="718438" y="527694"/>
                  <a:pt x="729281" y="527694"/>
                </a:cubicBezTo>
                <a:cubicBezTo>
                  <a:pt x="735664" y="524946"/>
                  <a:pt x="742006" y="522006"/>
                  <a:pt x="748432" y="519636"/>
                </a:cubicBezTo>
                <a:cubicBezTo>
                  <a:pt x="777974" y="508828"/>
                  <a:pt x="808214" y="503995"/>
                  <a:pt x="836981" y="486362"/>
                </a:cubicBezTo>
                <a:cubicBezTo>
                  <a:pt x="898768" y="448632"/>
                  <a:pt x="955768" y="383031"/>
                  <a:pt x="1012319" y="314680"/>
                </a:cubicBezTo>
                <a:cubicBezTo>
                  <a:pt x="1085564" y="225853"/>
                  <a:pt x="1158482" y="134466"/>
                  <a:pt x="1238111" y="77586"/>
                </a:cubicBezTo>
                <a:cubicBezTo>
                  <a:pt x="1293353" y="38056"/>
                  <a:pt x="1349289" y="7625"/>
                  <a:pt x="1407272" y="799"/>
                </a:cubicBezTo>
                <a:lnTo>
                  <a:pt x="1413084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9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5892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RE + 1 IMAGE 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/>
          <p:cNvSpPr>
            <a:spLocks noGrp="1"/>
          </p:cNvSpPr>
          <p:nvPr>
            <p:ph type="pic" sz="quarter" idx="16"/>
          </p:nvPr>
        </p:nvSpPr>
        <p:spPr>
          <a:xfrm>
            <a:off x="0" y="630270"/>
            <a:ext cx="5741737" cy="622773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79F37775-62AC-4A8C-9688-10A567C688E7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6512243" y="1500819"/>
            <a:ext cx="5451188" cy="48079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10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3" name="Titre 4"/>
          <p:cNvSpPr>
            <a:spLocks noGrp="1"/>
          </p:cNvSpPr>
          <p:nvPr>
            <p:ph type="title"/>
          </p:nvPr>
        </p:nvSpPr>
        <p:spPr>
          <a:xfrm>
            <a:off x="6512243" y="745254"/>
            <a:ext cx="5306743" cy="6245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4715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1 IMAGE 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5F558A83-77FB-4F51-9E15-4E29FB07342E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00729" y="791330"/>
            <a:ext cx="11235089" cy="62458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4"/>
          </p:nvPr>
        </p:nvSpPr>
        <p:spPr>
          <a:xfrm>
            <a:off x="4258708" y="1580704"/>
            <a:ext cx="3636489" cy="472802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5"/>
          </p:nvPr>
        </p:nvSpPr>
        <p:spPr>
          <a:xfrm>
            <a:off x="8111070" y="1580704"/>
            <a:ext cx="3707917" cy="472802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7" name="Espace réservé pour une image  6"/>
          <p:cNvSpPr>
            <a:spLocks noGrp="1"/>
          </p:cNvSpPr>
          <p:nvPr>
            <p:ph type="pic" sz="quarter" idx="16"/>
          </p:nvPr>
        </p:nvSpPr>
        <p:spPr>
          <a:xfrm>
            <a:off x="600729" y="1580704"/>
            <a:ext cx="3442107" cy="4728022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9" name="Forme libre : forme 26">
            <a:extLst>
              <a:ext uri="{FF2B5EF4-FFF2-40B4-BE49-F238E27FC236}">
                <a16:creationId xmlns:a16="http://schemas.microsoft.com/office/drawing/2014/main" id="{12C05A7A-D68C-46FC-9A82-CAE127512222}"/>
              </a:ext>
            </a:extLst>
          </p:cNvPr>
          <p:cNvSpPr/>
          <p:nvPr/>
        </p:nvSpPr>
        <p:spPr>
          <a:xfrm rot="5400000" flipV="1">
            <a:off x="-482448" y="804794"/>
            <a:ext cx="1470605" cy="517653"/>
          </a:xfrm>
          <a:custGeom>
            <a:avLst/>
            <a:gdLst>
              <a:gd name="connsiteX0" fmla="*/ 0 w 1413084"/>
              <a:gd name="connsiteY0" fmla="*/ 0 h 527694"/>
              <a:gd name="connsiteX1" fmla="*/ 75342 w 1413084"/>
              <a:gd name="connsiteY1" fmla="*/ 14249 h 527694"/>
              <a:gd name="connsiteX2" fmla="*/ 188535 w 1413084"/>
              <a:gd name="connsiteY2" fmla="*/ 63463 h 527694"/>
              <a:gd name="connsiteX3" fmla="*/ 411830 w 1413084"/>
              <a:gd name="connsiteY3" fmla="*/ 281216 h 527694"/>
              <a:gd name="connsiteX4" fmla="*/ 587619 w 1413084"/>
              <a:gd name="connsiteY4" fmla="*/ 480769 h 527694"/>
              <a:gd name="connsiteX5" fmla="*/ 681241 w 1413084"/>
              <a:gd name="connsiteY5" fmla="*/ 520016 h 527694"/>
              <a:gd name="connsiteX6" fmla="*/ 696792 w 1413084"/>
              <a:gd name="connsiteY6" fmla="*/ 527694 h 527694"/>
              <a:gd name="connsiteX7" fmla="*/ 729281 w 1413084"/>
              <a:gd name="connsiteY7" fmla="*/ 527694 h 527694"/>
              <a:gd name="connsiteX8" fmla="*/ 748432 w 1413084"/>
              <a:gd name="connsiteY8" fmla="*/ 519636 h 527694"/>
              <a:gd name="connsiteX9" fmla="*/ 836981 w 1413084"/>
              <a:gd name="connsiteY9" fmla="*/ 486362 h 527694"/>
              <a:gd name="connsiteX10" fmla="*/ 1012319 w 1413084"/>
              <a:gd name="connsiteY10" fmla="*/ 314680 h 527694"/>
              <a:gd name="connsiteX11" fmla="*/ 1238111 w 1413084"/>
              <a:gd name="connsiteY11" fmla="*/ 77586 h 527694"/>
              <a:gd name="connsiteX12" fmla="*/ 1407272 w 1413084"/>
              <a:gd name="connsiteY12" fmla="*/ 799 h 527694"/>
              <a:gd name="connsiteX13" fmla="*/ 1413084 w 1413084"/>
              <a:gd name="connsiteY13" fmla="*/ 0 h 52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3084" h="527694">
                <a:moveTo>
                  <a:pt x="0" y="0"/>
                </a:moveTo>
                <a:lnTo>
                  <a:pt x="75342" y="14249"/>
                </a:lnTo>
                <a:cubicBezTo>
                  <a:pt x="113356" y="25377"/>
                  <a:pt x="151114" y="41090"/>
                  <a:pt x="188535" y="63463"/>
                </a:cubicBezTo>
                <a:cubicBezTo>
                  <a:pt x="267712" y="110767"/>
                  <a:pt x="341122" y="186986"/>
                  <a:pt x="411830" y="281216"/>
                </a:cubicBezTo>
                <a:cubicBezTo>
                  <a:pt x="468422" y="356583"/>
                  <a:pt x="524521" y="435929"/>
                  <a:pt x="587619" y="480769"/>
                </a:cubicBezTo>
                <a:cubicBezTo>
                  <a:pt x="618064" y="502383"/>
                  <a:pt x="648998" y="519543"/>
                  <a:pt x="681241" y="520016"/>
                </a:cubicBezTo>
                <a:cubicBezTo>
                  <a:pt x="686440" y="520111"/>
                  <a:pt x="691635" y="525041"/>
                  <a:pt x="696792" y="527694"/>
                </a:cubicBezTo>
                <a:cubicBezTo>
                  <a:pt x="707635" y="527694"/>
                  <a:pt x="718438" y="527694"/>
                  <a:pt x="729281" y="527694"/>
                </a:cubicBezTo>
                <a:cubicBezTo>
                  <a:pt x="735664" y="524946"/>
                  <a:pt x="742006" y="522006"/>
                  <a:pt x="748432" y="519636"/>
                </a:cubicBezTo>
                <a:cubicBezTo>
                  <a:pt x="777974" y="508828"/>
                  <a:pt x="808214" y="503995"/>
                  <a:pt x="836981" y="486362"/>
                </a:cubicBezTo>
                <a:cubicBezTo>
                  <a:pt x="898768" y="448632"/>
                  <a:pt x="955768" y="383031"/>
                  <a:pt x="1012319" y="314680"/>
                </a:cubicBezTo>
                <a:cubicBezTo>
                  <a:pt x="1085564" y="225853"/>
                  <a:pt x="1158482" y="134466"/>
                  <a:pt x="1238111" y="77586"/>
                </a:cubicBezTo>
                <a:cubicBezTo>
                  <a:pt x="1293353" y="38056"/>
                  <a:pt x="1349289" y="7625"/>
                  <a:pt x="1407272" y="799"/>
                </a:cubicBezTo>
                <a:lnTo>
                  <a:pt x="1413084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11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4784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2 lig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7B5FA6C7-F5EC-49ED-84F7-7DD108B36D86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 hasCustomPrompt="1"/>
          </p:nvPr>
        </p:nvSpPr>
        <p:spPr>
          <a:xfrm>
            <a:off x="366034" y="855697"/>
            <a:ext cx="11469783" cy="920795"/>
          </a:xfr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Titre</a:t>
            </a:r>
            <a:br>
              <a:rPr lang="fr-FR" dirty="0"/>
            </a:br>
            <a:r>
              <a:rPr lang="fr-FR" dirty="0"/>
              <a:t>sur deux lignes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7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3451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9205" y="873012"/>
            <a:ext cx="11469782" cy="62458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38C72604-66FC-4B66-985A-DB022AB29C02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F280671-DC82-46A9-B49C-EA53F220B9A7}"/>
              </a:ext>
            </a:extLst>
          </p:cNvPr>
          <p:cNvGrpSpPr/>
          <p:nvPr/>
        </p:nvGrpSpPr>
        <p:grpSpPr>
          <a:xfrm>
            <a:off x="-1" y="581990"/>
            <a:ext cx="12190414" cy="278114"/>
            <a:chOff x="-1" y="346306"/>
            <a:chExt cx="12552364" cy="292728"/>
          </a:xfrm>
        </p:grpSpPr>
        <p:sp>
          <p:nvSpPr>
            <p:cNvPr id="7" name="Forme libre : forme 81">
              <a:extLst>
                <a:ext uri="{FF2B5EF4-FFF2-40B4-BE49-F238E27FC236}">
                  <a16:creationId xmlns:a16="http://schemas.microsoft.com/office/drawing/2014/main" id="{0E7E3476-2F5D-41BB-A9FD-1A965EBC02A2}"/>
                </a:ext>
              </a:extLst>
            </p:cNvPr>
            <p:cNvSpPr/>
            <p:nvPr/>
          </p:nvSpPr>
          <p:spPr>
            <a:xfrm>
              <a:off x="-1" y="346306"/>
              <a:ext cx="12552364" cy="292728"/>
            </a:xfrm>
            <a:custGeom>
              <a:avLst/>
              <a:gdLst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5611904 w 12192001"/>
                <a:gd name="connsiteY18" fmla="*/ 64800 h 278114"/>
                <a:gd name="connsiteX19" fmla="*/ 0 w 12192001"/>
                <a:gd name="connsiteY19" fmla="*/ 6480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68999 w 12192001"/>
                <a:gd name="connsiteY8" fmla="*/ 67043 h 278114"/>
                <a:gd name="connsiteX9" fmla="*/ 6537377 w 12192001"/>
                <a:gd name="connsiteY9" fmla="*/ 68173 h 278114"/>
                <a:gd name="connsiteX10" fmla="*/ 6373311 w 12192001"/>
                <a:gd name="connsiteY10" fmla="*/ 129774 h 278114"/>
                <a:gd name="connsiteX11" fmla="*/ 6291792 w 12192001"/>
                <a:gd name="connsiteY11" fmla="*/ 187680 h 278114"/>
                <a:gd name="connsiteX12" fmla="*/ 6213660 w 12192001"/>
                <a:gd name="connsiteY12" fmla="*/ 241582 h 278114"/>
                <a:gd name="connsiteX13" fmla="*/ 6052470 w 12192001"/>
                <a:gd name="connsiteY13" fmla="*/ 274025 h 278114"/>
                <a:gd name="connsiteX14" fmla="*/ 5951853 w 12192001"/>
                <a:gd name="connsiteY14" fmla="*/ 224025 h 278114"/>
                <a:gd name="connsiteX15" fmla="*/ 5867151 w 12192001"/>
                <a:gd name="connsiteY15" fmla="*/ 156571 h 278114"/>
                <a:gd name="connsiteX16" fmla="*/ 5815612 w 12192001"/>
                <a:gd name="connsiteY16" fmla="*/ 122896 h 278114"/>
                <a:gd name="connsiteX17" fmla="*/ 5622080 w 12192001"/>
                <a:gd name="connsiteY17" fmla="*/ 67043 h 278114"/>
                <a:gd name="connsiteX18" fmla="*/ 0 w 12192001"/>
                <a:gd name="connsiteY18" fmla="*/ 64800 h 278114"/>
                <a:gd name="connsiteX19" fmla="*/ 0 w 12192001"/>
                <a:gd name="connsiteY19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76385 w 12192001"/>
                <a:gd name="connsiteY7" fmla="*/ 64800 h 278114"/>
                <a:gd name="connsiteX8" fmla="*/ 6537377 w 12192001"/>
                <a:gd name="connsiteY8" fmla="*/ 68173 h 278114"/>
                <a:gd name="connsiteX9" fmla="*/ 6373311 w 12192001"/>
                <a:gd name="connsiteY9" fmla="*/ 129774 h 278114"/>
                <a:gd name="connsiteX10" fmla="*/ 6291792 w 12192001"/>
                <a:gd name="connsiteY10" fmla="*/ 187680 h 278114"/>
                <a:gd name="connsiteX11" fmla="*/ 6213660 w 12192001"/>
                <a:gd name="connsiteY11" fmla="*/ 241582 h 278114"/>
                <a:gd name="connsiteX12" fmla="*/ 6052470 w 12192001"/>
                <a:gd name="connsiteY12" fmla="*/ 274025 h 278114"/>
                <a:gd name="connsiteX13" fmla="*/ 5951853 w 12192001"/>
                <a:gd name="connsiteY13" fmla="*/ 224025 h 278114"/>
                <a:gd name="connsiteX14" fmla="*/ 5867151 w 12192001"/>
                <a:gd name="connsiteY14" fmla="*/ 156571 h 278114"/>
                <a:gd name="connsiteX15" fmla="*/ 5815612 w 12192001"/>
                <a:gd name="connsiteY15" fmla="*/ 122896 h 278114"/>
                <a:gd name="connsiteX16" fmla="*/ 5622080 w 12192001"/>
                <a:gd name="connsiteY16" fmla="*/ 67043 h 278114"/>
                <a:gd name="connsiteX17" fmla="*/ 0 w 12192001"/>
                <a:gd name="connsiteY17" fmla="*/ 64800 h 278114"/>
                <a:gd name="connsiteX18" fmla="*/ 0 w 12192001"/>
                <a:gd name="connsiteY18" fmla="*/ 0 h 278114"/>
                <a:gd name="connsiteX0" fmla="*/ 0 w 12192001"/>
                <a:gd name="connsiteY0" fmla="*/ 0 h 278114"/>
                <a:gd name="connsiteX1" fmla="*/ 5626895 w 12192001"/>
                <a:gd name="connsiteY1" fmla="*/ 0 h 278114"/>
                <a:gd name="connsiteX2" fmla="*/ 5626895 w 12192001"/>
                <a:gd name="connsiteY2" fmla="*/ 0 h 278114"/>
                <a:gd name="connsiteX3" fmla="*/ 6565106 w 12192001"/>
                <a:gd name="connsiteY3" fmla="*/ 0 h 278114"/>
                <a:gd name="connsiteX4" fmla="*/ 6580909 w 12192001"/>
                <a:gd name="connsiteY4" fmla="*/ 0 h 278114"/>
                <a:gd name="connsiteX5" fmla="*/ 12192001 w 12192001"/>
                <a:gd name="connsiteY5" fmla="*/ 0 h 278114"/>
                <a:gd name="connsiteX6" fmla="*/ 12192001 w 12192001"/>
                <a:gd name="connsiteY6" fmla="*/ 64800 h 278114"/>
                <a:gd name="connsiteX7" fmla="*/ 6537377 w 12192001"/>
                <a:gd name="connsiteY7" fmla="*/ 68173 h 278114"/>
                <a:gd name="connsiteX8" fmla="*/ 6373311 w 12192001"/>
                <a:gd name="connsiteY8" fmla="*/ 129774 h 278114"/>
                <a:gd name="connsiteX9" fmla="*/ 6291792 w 12192001"/>
                <a:gd name="connsiteY9" fmla="*/ 187680 h 278114"/>
                <a:gd name="connsiteX10" fmla="*/ 6213660 w 12192001"/>
                <a:gd name="connsiteY10" fmla="*/ 241582 h 278114"/>
                <a:gd name="connsiteX11" fmla="*/ 6052470 w 12192001"/>
                <a:gd name="connsiteY11" fmla="*/ 274025 h 278114"/>
                <a:gd name="connsiteX12" fmla="*/ 5951853 w 12192001"/>
                <a:gd name="connsiteY12" fmla="*/ 224025 h 278114"/>
                <a:gd name="connsiteX13" fmla="*/ 5867151 w 12192001"/>
                <a:gd name="connsiteY13" fmla="*/ 156571 h 278114"/>
                <a:gd name="connsiteX14" fmla="*/ 5815612 w 12192001"/>
                <a:gd name="connsiteY14" fmla="*/ 122896 h 278114"/>
                <a:gd name="connsiteX15" fmla="*/ 5622080 w 12192001"/>
                <a:gd name="connsiteY15" fmla="*/ 67043 h 278114"/>
                <a:gd name="connsiteX16" fmla="*/ 0 w 12192001"/>
                <a:gd name="connsiteY16" fmla="*/ 64800 h 278114"/>
                <a:gd name="connsiteX17" fmla="*/ 0 w 12192001"/>
                <a:gd name="connsiteY17" fmla="*/ 0 h 27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2001" h="278114">
                  <a:moveTo>
                    <a:pt x="0" y="0"/>
                  </a:moveTo>
                  <a:lnTo>
                    <a:pt x="5626895" y="0"/>
                  </a:lnTo>
                  <a:lnTo>
                    <a:pt x="5626895" y="0"/>
                  </a:lnTo>
                  <a:lnTo>
                    <a:pt x="6565106" y="0"/>
                  </a:lnTo>
                  <a:lnTo>
                    <a:pt x="6580909" y="0"/>
                  </a:lnTo>
                  <a:lnTo>
                    <a:pt x="12192001" y="0"/>
                  </a:lnTo>
                  <a:lnTo>
                    <a:pt x="12192001" y="64800"/>
                  </a:lnTo>
                  <a:lnTo>
                    <a:pt x="6537377" y="68173"/>
                  </a:lnTo>
                  <a:cubicBezTo>
                    <a:pt x="6477829" y="75565"/>
                    <a:pt x="6423209" y="96715"/>
                    <a:pt x="6373311" y="129774"/>
                  </a:cubicBezTo>
                  <a:cubicBezTo>
                    <a:pt x="6345590" y="148152"/>
                    <a:pt x="6319102" y="168481"/>
                    <a:pt x="6291792" y="187680"/>
                  </a:cubicBezTo>
                  <a:cubicBezTo>
                    <a:pt x="6265919" y="205955"/>
                    <a:pt x="6240457" y="224846"/>
                    <a:pt x="6213660" y="241582"/>
                  </a:cubicBezTo>
                  <a:cubicBezTo>
                    <a:pt x="6164276" y="272485"/>
                    <a:pt x="6110375" y="285422"/>
                    <a:pt x="6052470" y="274025"/>
                  </a:cubicBezTo>
                  <a:cubicBezTo>
                    <a:pt x="6014687" y="266530"/>
                    <a:pt x="5981832" y="247947"/>
                    <a:pt x="5951853" y="224025"/>
                  </a:cubicBezTo>
                  <a:cubicBezTo>
                    <a:pt x="5923722" y="201438"/>
                    <a:pt x="5895898" y="178337"/>
                    <a:pt x="5867151" y="156571"/>
                  </a:cubicBezTo>
                  <a:cubicBezTo>
                    <a:pt x="5850826" y="144251"/>
                    <a:pt x="5833167" y="133471"/>
                    <a:pt x="5815612" y="122896"/>
                  </a:cubicBezTo>
                  <a:cubicBezTo>
                    <a:pt x="5756165" y="87064"/>
                    <a:pt x="5690662" y="71561"/>
                    <a:pt x="5622080" y="67043"/>
                  </a:cubicBezTo>
                  <a:lnTo>
                    <a:pt x="0" y="64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22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Forme libre : forme 110">
              <a:extLst>
                <a:ext uri="{FF2B5EF4-FFF2-40B4-BE49-F238E27FC236}">
                  <a16:creationId xmlns:a16="http://schemas.microsoft.com/office/drawing/2014/main" id="{3C17A92B-6E82-4EBA-ACF1-6318DF4309BC}"/>
                </a:ext>
              </a:extLst>
            </p:cNvPr>
            <p:cNvSpPr/>
            <p:nvPr userDrawn="1"/>
          </p:nvSpPr>
          <p:spPr>
            <a:xfrm>
              <a:off x="6196906" y="411625"/>
              <a:ext cx="158550" cy="162090"/>
            </a:xfrm>
            <a:custGeom>
              <a:avLst/>
              <a:gdLst>
                <a:gd name="connsiteX0" fmla="*/ 1165062 w 2328278"/>
                <a:gd name="connsiteY0" fmla="*/ 1964201 h 2328278"/>
                <a:gd name="connsiteX1" fmla="*/ 991778 w 2328278"/>
                <a:gd name="connsiteY1" fmla="*/ 2137721 h 2328278"/>
                <a:gd name="connsiteX2" fmla="*/ 785694 w 2328278"/>
                <a:gd name="connsiteY2" fmla="*/ 2284654 h 2328278"/>
                <a:gd name="connsiteX3" fmla="*/ 662751 w 2328278"/>
                <a:gd name="connsiteY3" fmla="*/ 2321545 h 2328278"/>
                <a:gd name="connsiteX4" fmla="*/ 546023 w 2328278"/>
                <a:gd name="connsiteY4" fmla="*/ 2329804 h 2328278"/>
                <a:gd name="connsiteX5" fmla="*/ 225963 w 2328278"/>
                <a:gd name="connsiteY5" fmla="*/ 2220233 h 2328278"/>
                <a:gd name="connsiteX6" fmla="*/ 52365 w 2328278"/>
                <a:gd name="connsiteY6" fmla="*/ 2006598 h 2328278"/>
                <a:gd name="connsiteX7" fmla="*/ 7530 w 2328278"/>
                <a:gd name="connsiteY7" fmla="*/ 1857619 h 2328278"/>
                <a:gd name="connsiteX8" fmla="*/ 2259 w 2328278"/>
                <a:gd name="connsiteY8" fmla="*/ 1717057 h 2328278"/>
                <a:gd name="connsiteX9" fmla="*/ 74704 w 2328278"/>
                <a:gd name="connsiteY9" fmla="*/ 1488320 h 2328278"/>
                <a:gd name="connsiteX10" fmla="*/ 188600 w 2328278"/>
                <a:gd name="connsiteY10" fmla="*/ 1344611 h 2328278"/>
                <a:gd name="connsiteX11" fmla="*/ 335927 w 2328278"/>
                <a:gd name="connsiteY11" fmla="*/ 1197206 h 2328278"/>
                <a:gd name="connsiteX12" fmla="*/ 364637 w 2328278"/>
                <a:gd name="connsiteY12" fmla="*/ 1167316 h 2328278"/>
                <a:gd name="connsiteX13" fmla="*/ 344422 w 2328278"/>
                <a:gd name="connsiteY13" fmla="*/ 1143089 h 2328278"/>
                <a:gd name="connsiteX14" fmla="*/ 191432 w 2328278"/>
                <a:gd name="connsiteY14" fmla="*/ 990178 h 2328278"/>
                <a:gd name="connsiteX15" fmla="*/ 68490 w 2328278"/>
                <a:gd name="connsiteY15" fmla="*/ 833806 h 2328278"/>
                <a:gd name="connsiteX16" fmla="*/ 8867 w 2328278"/>
                <a:gd name="connsiteY16" fmla="*/ 657218 h 2328278"/>
                <a:gd name="connsiteX17" fmla="*/ 1237 w 2328278"/>
                <a:gd name="connsiteY17" fmla="*/ 563930 h 2328278"/>
                <a:gd name="connsiteX18" fmla="*/ 120011 w 2328278"/>
                <a:gd name="connsiteY18" fmla="*/ 216025 h 2328278"/>
                <a:gd name="connsiteX19" fmla="*/ 448251 w 2328278"/>
                <a:gd name="connsiteY19" fmla="*/ 11750 h 2328278"/>
                <a:gd name="connsiteX20" fmla="*/ 896051 w 2328278"/>
                <a:gd name="connsiteY20" fmla="*/ 112511 h 2328278"/>
                <a:gd name="connsiteX21" fmla="*/ 1049906 w 2328278"/>
                <a:gd name="connsiteY21" fmla="*/ 251815 h 2328278"/>
                <a:gd name="connsiteX22" fmla="*/ 1069964 w 2328278"/>
                <a:gd name="connsiteY22" fmla="*/ 335743 h 2328278"/>
                <a:gd name="connsiteX23" fmla="*/ 919884 w 2328278"/>
                <a:gd name="connsiteY23" fmla="*/ 466315 h 2328278"/>
                <a:gd name="connsiteX24" fmla="*/ 852789 w 2328278"/>
                <a:gd name="connsiteY24" fmla="*/ 441223 h 2328278"/>
                <a:gd name="connsiteX25" fmla="*/ 788997 w 2328278"/>
                <a:gd name="connsiteY25" fmla="*/ 377117 h 2328278"/>
                <a:gd name="connsiteX26" fmla="*/ 609500 w 2328278"/>
                <a:gd name="connsiteY26" fmla="*/ 279974 h 2328278"/>
                <a:gd name="connsiteX27" fmla="*/ 371402 w 2328278"/>
                <a:gd name="connsiteY27" fmla="*/ 344317 h 2328278"/>
                <a:gd name="connsiteX28" fmla="*/ 275203 w 2328278"/>
                <a:gd name="connsiteY28" fmla="*/ 522477 h 2328278"/>
                <a:gd name="connsiteX29" fmla="*/ 320667 w 2328278"/>
                <a:gd name="connsiteY29" fmla="*/ 718572 h 2328278"/>
                <a:gd name="connsiteX30" fmla="*/ 379425 w 2328278"/>
                <a:gd name="connsiteY30" fmla="*/ 791409 h 2328278"/>
                <a:gd name="connsiteX31" fmla="*/ 687765 w 2328278"/>
                <a:gd name="connsiteY31" fmla="*/ 1100299 h 2328278"/>
                <a:gd name="connsiteX32" fmla="*/ 718127 w 2328278"/>
                <a:gd name="connsiteY32" fmla="*/ 1157484 h 2328278"/>
                <a:gd name="connsiteX33" fmla="*/ 688708 w 2328278"/>
                <a:gd name="connsiteY33" fmla="*/ 1230872 h 2328278"/>
                <a:gd name="connsiteX34" fmla="*/ 371323 w 2328278"/>
                <a:gd name="connsiteY34" fmla="*/ 1547470 h 2328278"/>
                <a:gd name="connsiteX35" fmla="*/ 280316 w 2328278"/>
                <a:gd name="connsiteY35" fmla="*/ 1712652 h 2328278"/>
                <a:gd name="connsiteX36" fmla="*/ 394606 w 2328278"/>
                <a:gd name="connsiteY36" fmla="*/ 2005103 h 2328278"/>
                <a:gd name="connsiteX37" fmla="*/ 554439 w 2328278"/>
                <a:gd name="connsiteY37" fmla="*/ 2060636 h 2328278"/>
                <a:gd name="connsiteX38" fmla="*/ 686506 w 2328278"/>
                <a:gd name="connsiteY38" fmla="*/ 2030982 h 2328278"/>
                <a:gd name="connsiteX39" fmla="*/ 775626 w 2328278"/>
                <a:gd name="connsiteY39" fmla="*/ 1968134 h 2328278"/>
                <a:gd name="connsiteX40" fmla="*/ 1098124 w 2328278"/>
                <a:gd name="connsiteY40" fmla="*/ 1645557 h 2328278"/>
                <a:gd name="connsiteX41" fmla="*/ 1158533 w 2328278"/>
                <a:gd name="connsiteY41" fmla="*/ 1613465 h 2328278"/>
                <a:gd name="connsiteX42" fmla="*/ 1231528 w 2328278"/>
                <a:gd name="connsiteY42" fmla="*/ 1643984 h 2328278"/>
                <a:gd name="connsiteX43" fmla="*/ 1548363 w 2328278"/>
                <a:gd name="connsiteY43" fmla="*/ 1961133 h 2328278"/>
                <a:gd name="connsiteX44" fmla="*/ 1709848 w 2328278"/>
                <a:gd name="connsiteY44" fmla="*/ 2051197 h 2328278"/>
                <a:gd name="connsiteX45" fmla="*/ 2003793 w 2328278"/>
                <a:gd name="connsiteY45" fmla="*/ 1938480 h 2328278"/>
                <a:gd name="connsiteX46" fmla="*/ 2059797 w 2328278"/>
                <a:gd name="connsiteY46" fmla="*/ 1778804 h 2328278"/>
                <a:gd name="connsiteX47" fmla="*/ 2006231 w 2328278"/>
                <a:gd name="connsiteY47" fmla="*/ 1602138 h 2328278"/>
                <a:gd name="connsiteX48" fmla="*/ 1943698 w 2328278"/>
                <a:gd name="connsiteY48" fmla="*/ 1538267 h 2328278"/>
                <a:gd name="connsiteX49" fmla="*/ 1850881 w 2328278"/>
                <a:gd name="connsiteY49" fmla="*/ 1453946 h 2328278"/>
                <a:gd name="connsiteX50" fmla="*/ 1710634 w 2328278"/>
                <a:gd name="connsiteY50" fmla="*/ 1322508 h 2328278"/>
                <a:gd name="connsiteX51" fmla="*/ 1500381 w 2328278"/>
                <a:gd name="connsiteY51" fmla="*/ 1128459 h 2328278"/>
                <a:gd name="connsiteX52" fmla="*/ 1343852 w 2328278"/>
                <a:gd name="connsiteY52" fmla="*/ 986245 h 2328278"/>
                <a:gd name="connsiteX53" fmla="*/ 1188266 w 2328278"/>
                <a:gd name="connsiteY53" fmla="*/ 685771 h 2328278"/>
                <a:gd name="connsiteX54" fmla="*/ 1296499 w 2328278"/>
                <a:gd name="connsiteY54" fmla="*/ 246623 h 2328278"/>
                <a:gd name="connsiteX55" fmla="*/ 1592096 w 2328278"/>
                <a:gd name="connsiteY55" fmla="*/ 29842 h 2328278"/>
                <a:gd name="connsiteX56" fmla="*/ 1854106 w 2328278"/>
                <a:gd name="connsiteY56" fmla="*/ 8289 h 2328278"/>
                <a:gd name="connsiteX57" fmla="*/ 2027862 w 2328278"/>
                <a:gd name="connsiteY57" fmla="*/ 63901 h 2328278"/>
                <a:gd name="connsiteX58" fmla="*/ 2291917 w 2328278"/>
                <a:gd name="connsiteY58" fmla="*/ 357059 h 2328278"/>
                <a:gd name="connsiteX59" fmla="*/ 2328414 w 2328278"/>
                <a:gd name="connsiteY59" fmla="*/ 621822 h 2328278"/>
                <a:gd name="connsiteX60" fmla="*/ 2192021 w 2328278"/>
                <a:gd name="connsiteY60" fmla="*/ 931106 h 2328278"/>
                <a:gd name="connsiteX61" fmla="*/ 2156625 w 2328278"/>
                <a:gd name="connsiteY61" fmla="*/ 972795 h 2328278"/>
                <a:gd name="connsiteX62" fmla="*/ 2040683 w 2328278"/>
                <a:gd name="connsiteY62" fmla="*/ 991515 h 2328278"/>
                <a:gd name="connsiteX63" fmla="*/ 1942125 w 2328278"/>
                <a:gd name="connsiteY63" fmla="*/ 885248 h 2328278"/>
                <a:gd name="connsiteX64" fmla="*/ 1961789 w 2328278"/>
                <a:gd name="connsiteY64" fmla="*/ 781341 h 2328278"/>
                <a:gd name="connsiteX65" fmla="*/ 2048785 w 2328278"/>
                <a:gd name="connsiteY65" fmla="*/ 635430 h 2328278"/>
                <a:gd name="connsiteX66" fmla="*/ 2018816 w 2328278"/>
                <a:gd name="connsiteY66" fmla="*/ 418255 h 2328278"/>
                <a:gd name="connsiteX67" fmla="*/ 1832397 w 2328278"/>
                <a:gd name="connsiteY67" fmla="*/ 281862 h 2328278"/>
                <a:gd name="connsiteX68" fmla="*/ 1614121 w 2328278"/>
                <a:gd name="connsiteY68" fmla="*/ 319303 h 2328278"/>
                <a:gd name="connsiteX69" fmla="*/ 1475604 w 2328278"/>
                <a:gd name="connsiteY69" fmla="*/ 474889 h 2328278"/>
                <a:gd name="connsiteX70" fmla="*/ 1526810 w 2328278"/>
                <a:gd name="connsiteY70" fmla="*/ 783465 h 2328278"/>
                <a:gd name="connsiteX71" fmla="*/ 1694430 w 2328278"/>
                <a:gd name="connsiteY71" fmla="*/ 936848 h 2328278"/>
                <a:gd name="connsiteX72" fmla="*/ 1702926 w 2328278"/>
                <a:gd name="connsiteY72" fmla="*/ 945028 h 2328278"/>
                <a:gd name="connsiteX73" fmla="*/ 1854421 w 2328278"/>
                <a:gd name="connsiteY73" fmla="*/ 1087478 h 2328278"/>
                <a:gd name="connsiteX74" fmla="*/ 2047841 w 2328278"/>
                <a:gd name="connsiteY74" fmla="*/ 1265009 h 2328278"/>
                <a:gd name="connsiteX75" fmla="*/ 2167480 w 2328278"/>
                <a:gd name="connsiteY75" fmla="*/ 1371748 h 2328278"/>
                <a:gd name="connsiteX76" fmla="*/ 2245981 w 2328278"/>
                <a:gd name="connsiteY76" fmla="*/ 1473768 h 2328278"/>
                <a:gd name="connsiteX77" fmla="*/ 2323538 w 2328278"/>
                <a:gd name="connsiteY77" fmla="*/ 1685043 h 2328278"/>
                <a:gd name="connsiteX78" fmla="*/ 2328493 w 2328278"/>
                <a:gd name="connsiteY78" fmla="*/ 1821672 h 2328278"/>
                <a:gd name="connsiteX79" fmla="*/ 2256364 w 2328278"/>
                <a:gd name="connsiteY79" fmla="*/ 2051039 h 2328278"/>
                <a:gd name="connsiteX80" fmla="*/ 2005523 w 2328278"/>
                <a:gd name="connsiteY80" fmla="*/ 2279699 h 2328278"/>
                <a:gd name="connsiteX81" fmla="*/ 1856309 w 2328278"/>
                <a:gd name="connsiteY81" fmla="*/ 2323826 h 2328278"/>
                <a:gd name="connsiteX82" fmla="*/ 1579354 w 2328278"/>
                <a:gd name="connsiteY82" fmla="*/ 2298970 h 2328278"/>
                <a:gd name="connsiteX83" fmla="*/ 1410947 w 2328278"/>
                <a:gd name="connsiteY83" fmla="*/ 2201984 h 2328278"/>
                <a:gd name="connsiteX84" fmla="*/ 1198885 w 2328278"/>
                <a:gd name="connsiteY84" fmla="*/ 1997788 h 2328278"/>
                <a:gd name="connsiteX85" fmla="*/ 1165062 w 2328278"/>
                <a:gd name="connsiteY85" fmla="*/ 1964201 h 232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328278" h="2328278">
                  <a:moveTo>
                    <a:pt x="1165062" y="1964201"/>
                  </a:moveTo>
                  <a:cubicBezTo>
                    <a:pt x="1104652" y="2024689"/>
                    <a:pt x="1048097" y="2081087"/>
                    <a:pt x="991778" y="2137721"/>
                  </a:cubicBezTo>
                  <a:cubicBezTo>
                    <a:pt x="931369" y="2198445"/>
                    <a:pt x="864352" y="2249179"/>
                    <a:pt x="785694" y="2284654"/>
                  </a:cubicBezTo>
                  <a:cubicBezTo>
                    <a:pt x="746050" y="2302588"/>
                    <a:pt x="705069" y="2315095"/>
                    <a:pt x="662751" y="2321545"/>
                  </a:cubicBezTo>
                  <a:cubicBezTo>
                    <a:pt x="624288" y="2327365"/>
                    <a:pt x="584880" y="2330276"/>
                    <a:pt x="546023" y="2329804"/>
                  </a:cubicBezTo>
                  <a:cubicBezTo>
                    <a:pt x="427721" y="2328230"/>
                    <a:pt x="321139" y="2290317"/>
                    <a:pt x="225963" y="2220233"/>
                  </a:cubicBezTo>
                  <a:cubicBezTo>
                    <a:pt x="149665" y="2164071"/>
                    <a:pt x="92166" y="2092099"/>
                    <a:pt x="52365" y="2006598"/>
                  </a:cubicBezTo>
                  <a:cubicBezTo>
                    <a:pt x="30419" y="1959324"/>
                    <a:pt x="16654" y="1909455"/>
                    <a:pt x="7530" y="1857619"/>
                  </a:cubicBezTo>
                  <a:cubicBezTo>
                    <a:pt x="-808" y="1810503"/>
                    <a:pt x="-1673" y="1763466"/>
                    <a:pt x="2259" y="1717057"/>
                  </a:cubicBezTo>
                  <a:cubicBezTo>
                    <a:pt x="9181" y="1636039"/>
                    <a:pt x="32464" y="1559112"/>
                    <a:pt x="74704" y="1488320"/>
                  </a:cubicBezTo>
                  <a:cubicBezTo>
                    <a:pt x="106403" y="1435147"/>
                    <a:pt x="145024" y="1388031"/>
                    <a:pt x="188600" y="1344611"/>
                  </a:cubicBezTo>
                  <a:cubicBezTo>
                    <a:pt x="237840" y="1295607"/>
                    <a:pt x="286923" y="1246446"/>
                    <a:pt x="335927" y="1197206"/>
                  </a:cubicBezTo>
                  <a:cubicBezTo>
                    <a:pt x="345130" y="1188003"/>
                    <a:pt x="353940" y="1178485"/>
                    <a:pt x="364637" y="1167316"/>
                  </a:cubicBezTo>
                  <a:cubicBezTo>
                    <a:pt x="357322" y="1158506"/>
                    <a:pt x="351423" y="1150247"/>
                    <a:pt x="344422" y="1143089"/>
                  </a:cubicBezTo>
                  <a:cubicBezTo>
                    <a:pt x="293609" y="1091962"/>
                    <a:pt x="242953" y="1040676"/>
                    <a:pt x="191432" y="990178"/>
                  </a:cubicBezTo>
                  <a:cubicBezTo>
                    <a:pt x="143608" y="943298"/>
                    <a:pt x="100661" y="892327"/>
                    <a:pt x="68490" y="833806"/>
                  </a:cubicBezTo>
                  <a:cubicBezTo>
                    <a:pt x="38206" y="778981"/>
                    <a:pt x="15710" y="720381"/>
                    <a:pt x="8867" y="657218"/>
                  </a:cubicBezTo>
                  <a:cubicBezTo>
                    <a:pt x="5484" y="626227"/>
                    <a:pt x="1866" y="595078"/>
                    <a:pt x="1237" y="563930"/>
                  </a:cubicBezTo>
                  <a:cubicBezTo>
                    <a:pt x="-1280" y="433751"/>
                    <a:pt x="40173" y="318753"/>
                    <a:pt x="120011" y="216025"/>
                  </a:cubicBezTo>
                  <a:cubicBezTo>
                    <a:pt x="204568" y="107241"/>
                    <a:pt x="314611" y="38101"/>
                    <a:pt x="448251" y="11750"/>
                  </a:cubicBezTo>
                  <a:cubicBezTo>
                    <a:pt x="610758" y="-20342"/>
                    <a:pt x="761231" y="13323"/>
                    <a:pt x="896051" y="112511"/>
                  </a:cubicBezTo>
                  <a:cubicBezTo>
                    <a:pt x="952213" y="153807"/>
                    <a:pt x="1000037" y="203755"/>
                    <a:pt x="1049906" y="251815"/>
                  </a:cubicBezTo>
                  <a:cubicBezTo>
                    <a:pt x="1075234" y="276199"/>
                    <a:pt x="1076493" y="306875"/>
                    <a:pt x="1069964" y="335743"/>
                  </a:cubicBezTo>
                  <a:cubicBezTo>
                    <a:pt x="1053761" y="407243"/>
                    <a:pt x="981631" y="462697"/>
                    <a:pt x="919884" y="466315"/>
                  </a:cubicBezTo>
                  <a:cubicBezTo>
                    <a:pt x="893377" y="467888"/>
                    <a:pt x="871274" y="460809"/>
                    <a:pt x="852789" y="441223"/>
                  </a:cubicBezTo>
                  <a:cubicBezTo>
                    <a:pt x="832102" y="419356"/>
                    <a:pt x="809921" y="398827"/>
                    <a:pt x="788997" y="377117"/>
                  </a:cubicBezTo>
                  <a:cubicBezTo>
                    <a:pt x="739364" y="325596"/>
                    <a:pt x="679269" y="291301"/>
                    <a:pt x="609500" y="279974"/>
                  </a:cubicBezTo>
                  <a:cubicBezTo>
                    <a:pt x="521875" y="265816"/>
                    <a:pt x="440228" y="286110"/>
                    <a:pt x="371402" y="344317"/>
                  </a:cubicBezTo>
                  <a:cubicBezTo>
                    <a:pt x="316577" y="390725"/>
                    <a:pt x="286844" y="450269"/>
                    <a:pt x="275203" y="522477"/>
                  </a:cubicBezTo>
                  <a:cubicBezTo>
                    <a:pt x="263326" y="595865"/>
                    <a:pt x="283147" y="658949"/>
                    <a:pt x="320667" y="718572"/>
                  </a:cubicBezTo>
                  <a:cubicBezTo>
                    <a:pt x="337186" y="744843"/>
                    <a:pt x="357558" y="769306"/>
                    <a:pt x="379425" y="791409"/>
                  </a:cubicBezTo>
                  <a:cubicBezTo>
                    <a:pt x="481602" y="895002"/>
                    <a:pt x="584801" y="997493"/>
                    <a:pt x="687765" y="1100299"/>
                  </a:cubicBezTo>
                  <a:cubicBezTo>
                    <a:pt x="703811" y="1116346"/>
                    <a:pt x="716868" y="1132785"/>
                    <a:pt x="718127" y="1157484"/>
                  </a:cubicBezTo>
                  <a:cubicBezTo>
                    <a:pt x="719621" y="1187216"/>
                    <a:pt x="709946" y="1209870"/>
                    <a:pt x="688708" y="1230872"/>
                  </a:cubicBezTo>
                  <a:cubicBezTo>
                    <a:pt x="582441" y="1335880"/>
                    <a:pt x="477354" y="1442147"/>
                    <a:pt x="371323" y="1547470"/>
                  </a:cubicBezTo>
                  <a:cubicBezTo>
                    <a:pt x="324600" y="1593800"/>
                    <a:pt x="290148" y="1648310"/>
                    <a:pt x="280316" y="1712652"/>
                  </a:cubicBezTo>
                  <a:cubicBezTo>
                    <a:pt x="263483" y="1822695"/>
                    <a:pt x="284721" y="1923771"/>
                    <a:pt x="394606" y="2005103"/>
                  </a:cubicBezTo>
                  <a:cubicBezTo>
                    <a:pt x="442666" y="2040656"/>
                    <a:pt x="497648" y="2056624"/>
                    <a:pt x="554439" y="2060636"/>
                  </a:cubicBezTo>
                  <a:cubicBezTo>
                    <a:pt x="599432" y="2063782"/>
                    <a:pt x="644503" y="2050410"/>
                    <a:pt x="686506" y="2030982"/>
                  </a:cubicBezTo>
                  <a:cubicBezTo>
                    <a:pt x="720093" y="2015486"/>
                    <a:pt x="749590" y="1994091"/>
                    <a:pt x="775626" y="1968134"/>
                  </a:cubicBezTo>
                  <a:cubicBezTo>
                    <a:pt x="883230" y="1860766"/>
                    <a:pt x="990755" y="1753240"/>
                    <a:pt x="1098124" y="1645557"/>
                  </a:cubicBezTo>
                  <a:cubicBezTo>
                    <a:pt x="1115114" y="1628567"/>
                    <a:pt x="1132261" y="1614644"/>
                    <a:pt x="1158533" y="1613465"/>
                  </a:cubicBezTo>
                  <a:cubicBezTo>
                    <a:pt x="1188580" y="1612049"/>
                    <a:pt x="1210841" y="1623061"/>
                    <a:pt x="1231528" y="1643984"/>
                  </a:cubicBezTo>
                  <a:cubicBezTo>
                    <a:pt x="1336694" y="1750172"/>
                    <a:pt x="1442410" y="1855731"/>
                    <a:pt x="1548363" y="1961133"/>
                  </a:cubicBezTo>
                  <a:cubicBezTo>
                    <a:pt x="1593591" y="2006126"/>
                    <a:pt x="1646292" y="2039791"/>
                    <a:pt x="1709848" y="2051197"/>
                  </a:cubicBezTo>
                  <a:cubicBezTo>
                    <a:pt x="1820283" y="2071019"/>
                    <a:pt x="1933630" y="2035937"/>
                    <a:pt x="2003793" y="1938480"/>
                  </a:cubicBezTo>
                  <a:cubicBezTo>
                    <a:pt x="2038796" y="1889948"/>
                    <a:pt x="2057280" y="1835516"/>
                    <a:pt x="2059797" y="1778804"/>
                  </a:cubicBezTo>
                  <a:cubicBezTo>
                    <a:pt x="2062629" y="1715877"/>
                    <a:pt x="2042493" y="1655547"/>
                    <a:pt x="2006231" y="1602138"/>
                  </a:cubicBezTo>
                  <a:cubicBezTo>
                    <a:pt x="1989162" y="1577046"/>
                    <a:pt x="1967059" y="1557460"/>
                    <a:pt x="1943698" y="1538267"/>
                  </a:cubicBezTo>
                  <a:cubicBezTo>
                    <a:pt x="1911448" y="1511760"/>
                    <a:pt x="1881479" y="1482499"/>
                    <a:pt x="1850881" y="1453946"/>
                  </a:cubicBezTo>
                  <a:cubicBezTo>
                    <a:pt x="1804001" y="1410291"/>
                    <a:pt x="1757593" y="1366085"/>
                    <a:pt x="1710634" y="1322508"/>
                  </a:cubicBezTo>
                  <a:cubicBezTo>
                    <a:pt x="1640707" y="1257615"/>
                    <a:pt x="1570701" y="1192801"/>
                    <a:pt x="1500381" y="1128459"/>
                  </a:cubicBezTo>
                  <a:cubicBezTo>
                    <a:pt x="1448388" y="1080871"/>
                    <a:pt x="1393878" y="1035800"/>
                    <a:pt x="1343852" y="986245"/>
                  </a:cubicBezTo>
                  <a:cubicBezTo>
                    <a:pt x="1260159" y="903182"/>
                    <a:pt x="1208324" y="802893"/>
                    <a:pt x="1188266" y="685771"/>
                  </a:cubicBezTo>
                  <a:cubicBezTo>
                    <a:pt x="1160500" y="523185"/>
                    <a:pt x="1199986" y="377038"/>
                    <a:pt x="1296499" y="246623"/>
                  </a:cubicBezTo>
                  <a:cubicBezTo>
                    <a:pt x="1372011" y="144604"/>
                    <a:pt x="1471042" y="70272"/>
                    <a:pt x="1592096" y="29842"/>
                  </a:cubicBezTo>
                  <a:cubicBezTo>
                    <a:pt x="1676890" y="1446"/>
                    <a:pt x="1764200" y="-6734"/>
                    <a:pt x="1854106" y="8289"/>
                  </a:cubicBezTo>
                  <a:cubicBezTo>
                    <a:pt x="1915302" y="18515"/>
                    <a:pt x="1973352" y="34876"/>
                    <a:pt x="2027862" y="63901"/>
                  </a:cubicBezTo>
                  <a:cubicBezTo>
                    <a:pt x="2151355" y="129580"/>
                    <a:pt x="2239374" y="226801"/>
                    <a:pt x="2291917" y="357059"/>
                  </a:cubicBezTo>
                  <a:cubicBezTo>
                    <a:pt x="2326448" y="442639"/>
                    <a:pt x="2337460" y="531759"/>
                    <a:pt x="2328414" y="621822"/>
                  </a:cubicBezTo>
                  <a:cubicBezTo>
                    <a:pt x="2316695" y="738551"/>
                    <a:pt x="2271387" y="842930"/>
                    <a:pt x="2192021" y="931106"/>
                  </a:cubicBezTo>
                  <a:cubicBezTo>
                    <a:pt x="2179830" y="944635"/>
                    <a:pt x="2169525" y="959973"/>
                    <a:pt x="2156625" y="972795"/>
                  </a:cubicBezTo>
                  <a:cubicBezTo>
                    <a:pt x="2125398" y="1004100"/>
                    <a:pt x="2076630" y="1008977"/>
                    <a:pt x="2040683" y="991515"/>
                  </a:cubicBezTo>
                  <a:cubicBezTo>
                    <a:pt x="1993488" y="968547"/>
                    <a:pt x="1958643" y="934409"/>
                    <a:pt x="1942125" y="885248"/>
                  </a:cubicBezTo>
                  <a:cubicBezTo>
                    <a:pt x="1929854" y="848751"/>
                    <a:pt x="1927101" y="812175"/>
                    <a:pt x="1961789" y="781341"/>
                  </a:cubicBezTo>
                  <a:cubicBezTo>
                    <a:pt x="2005681" y="742326"/>
                    <a:pt x="2032896" y="692300"/>
                    <a:pt x="2048785" y="635430"/>
                  </a:cubicBezTo>
                  <a:cubicBezTo>
                    <a:pt x="2070337" y="558267"/>
                    <a:pt x="2057359" y="486609"/>
                    <a:pt x="2018816" y="418255"/>
                  </a:cubicBezTo>
                  <a:cubicBezTo>
                    <a:pt x="1977364" y="344789"/>
                    <a:pt x="1914594" y="297358"/>
                    <a:pt x="1832397" y="281862"/>
                  </a:cubicBezTo>
                  <a:cubicBezTo>
                    <a:pt x="1756413" y="267546"/>
                    <a:pt x="1682238" y="276513"/>
                    <a:pt x="1614121" y="319303"/>
                  </a:cubicBezTo>
                  <a:cubicBezTo>
                    <a:pt x="1552453" y="358003"/>
                    <a:pt x="1506123" y="409052"/>
                    <a:pt x="1475604" y="474889"/>
                  </a:cubicBezTo>
                  <a:cubicBezTo>
                    <a:pt x="1427622" y="578560"/>
                    <a:pt x="1452006" y="709605"/>
                    <a:pt x="1526810" y="783465"/>
                  </a:cubicBezTo>
                  <a:cubicBezTo>
                    <a:pt x="1580691" y="836637"/>
                    <a:pt x="1638426" y="885877"/>
                    <a:pt x="1694430" y="936848"/>
                  </a:cubicBezTo>
                  <a:cubicBezTo>
                    <a:pt x="1697341" y="939522"/>
                    <a:pt x="1700094" y="942354"/>
                    <a:pt x="1702926" y="945028"/>
                  </a:cubicBezTo>
                  <a:cubicBezTo>
                    <a:pt x="1753345" y="992538"/>
                    <a:pt x="1803608" y="1040362"/>
                    <a:pt x="1854421" y="1087478"/>
                  </a:cubicBezTo>
                  <a:cubicBezTo>
                    <a:pt x="1918606" y="1147022"/>
                    <a:pt x="1983027" y="1206252"/>
                    <a:pt x="2047841" y="1265009"/>
                  </a:cubicBezTo>
                  <a:cubicBezTo>
                    <a:pt x="2087485" y="1300956"/>
                    <a:pt x="2130354" y="1333520"/>
                    <a:pt x="2167480" y="1371748"/>
                  </a:cubicBezTo>
                  <a:cubicBezTo>
                    <a:pt x="2197213" y="1402346"/>
                    <a:pt x="2224035" y="1437192"/>
                    <a:pt x="2245981" y="1473768"/>
                  </a:cubicBezTo>
                  <a:cubicBezTo>
                    <a:pt x="2284995" y="1538818"/>
                    <a:pt x="2313627" y="1607880"/>
                    <a:pt x="2323538" y="1685043"/>
                  </a:cubicBezTo>
                  <a:cubicBezTo>
                    <a:pt x="2329437" y="1730901"/>
                    <a:pt x="2332505" y="1776601"/>
                    <a:pt x="2328493" y="1821672"/>
                  </a:cubicBezTo>
                  <a:cubicBezTo>
                    <a:pt x="2321257" y="1902769"/>
                    <a:pt x="2298053" y="1980483"/>
                    <a:pt x="2256364" y="2051039"/>
                  </a:cubicBezTo>
                  <a:cubicBezTo>
                    <a:pt x="2196269" y="2152587"/>
                    <a:pt x="2113127" y="2230144"/>
                    <a:pt x="2005523" y="2279699"/>
                  </a:cubicBezTo>
                  <a:cubicBezTo>
                    <a:pt x="1958171" y="2301487"/>
                    <a:pt x="1908380" y="2315409"/>
                    <a:pt x="1856309" y="2323826"/>
                  </a:cubicBezTo>
                  <a:cubicBezTo>
                    <a:pt x="1761368" y="2339164"/>
                    <a:pt x="1669260" y="2330748"/>
                    <a:pt x="1579354" y="2298970"/>
                  </a:cubicBezTo>
                  <a:cubicBezTo>
                    <a:pt x="1517450" y="2277103"/>
                    <a:pt x="1459322" y="2246662"/>
                    <a:pt x="1410947" y="2201984"/>
                  </a:cubicBezTo>
                  <a:cubicBezTo>
                    <a:pt x="1338896" y="2135361"/>
                    <a:pt x="1269441" y="2066063"/>
                    <a:pt x="1198885" y="1997788"/>
                  </a:cubicBezTo>
                  <a:cubicBezTo>
                    <a:pt x="1188659" y="1987562"/>
                    <a:pt x="1178591" y="1977573"/>
                    <a:pt x="1165062" y="1964201"/>
                  </a:cubicBezTo>
                  <a:close/>
                </a:path>
              </a:pathLst>
            </a:custGeom>
            <a:solidFill>
              <a:schemeClr val="bg1"/>
            </a:solidFill>
            <a:ln w="786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4143" tIns="47071" rIns="94143" bIns="4707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3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27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5012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308547" y="6439712"/>
            <a:ext cx="527270" cy="192865"/>
          </a:xfrm>
        </p:spPr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4122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0413" cy="68580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9F14DD-BD66-4972-956D-F4C8CA7CABF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defTabSz="914309">
              <a:defRPr/>
            </a:pPr>
            <a:fld id="{9871FD85-66AE-424A-9DC6-2739D354CB7E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8D0609-F1E6-44FF-A5FB-6893C96398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5D327B-77C6-4E5D-810C-3C09002BE1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497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489A10-9C32-4128-B351-451AFC4F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4C3E39-DCC5-44CD-9C91-A22F30CB7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04414C-74DD-405E-946D-E767E39C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357FFD14-FDD9-45EF-993C-85F7E3A578AE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5FFB55-B209-4834-8D22-BC1FAC0C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B5BA82-AA33-40CC-9790-4A9F6E390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1705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96F17-86D3-4B4C-BD3A-1E085642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656C45-AAC5-42CB-8A1A-DAD10F983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091" y="1825625"/>
            <a:ext cx="5180926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1A6730-7BC9-486F-8728-8F27AEBD0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1396" y="1825625"/>
            <a:ext cx="5180926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910F0C3-41D4-4FEA-BF44-C0BE8812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09">
              <a:defRPr/>
            </a:pPr>
            <a:fld id="{4F698BEB-E506-43A1-AA4B-6F06CB0DD69D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FD19DE2-30CF-4562-8954-08008102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E2B0AD-B22D-42C3-AE5E-DECED9C3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791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1371600"/>
            <a:ext cx="12190413" cy="5486400"/>
          </a:xfrm>
          <a:prstGeom prst="rect">
            <a:avLst/>
          </a:prstGeom>
          <a:solidFill>
            <a:srgbClr val="F9B00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3818854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903519" y="620688"/>
            <a:ext cx="2808312" cy="576064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F9B00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903519" y="188641"/>
            <a:ext cx="2808312" cy="365125"/>
          </a:xfrm>
        </p:spPr>
        <p:txBody>
          <a:bodyPr/>
          <a:lstStyle>
            <a:lvl1pPr algn="r">
              <a:defRPr sz="1400">
                <a:solidFill>
                  <a:srgbClr val="4E4541"/>
                </a:solidFill>
              </a:defRPr>
            </a:lvl1pPr>
          </a:lstStyle>
          <a:p>
            <a:endParaRPr lang="fr-FR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3" y="457200"/>
            <a:ext cx="189246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0" descr="Liseré Blanc.png"/>
          <p:cNvPicPr>
            <a:picLocks noChangeAspect="1"/>
          </p:cNvPicPr>
          <p:nvPr userDrawn="1"/>
        </p:nvPicPr>
        <p:blipFill>
          <a:blip r:embed="rId3" cstate="print"/>
          <a:srcRect r="23965" b="19723"/>
          <a:stretch>
            <a:fillRect/>
          </a:stretch>
        </p:blipFill>
        <p:spPr>
          <a:xfrm>
            <a:off x="7319342" y="1764108"/>
            <a:ext cx="4871071" cy="509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79070"/>
      </p:ext>
    </p:extLst>
  </p:cSld>
  <p:clrMapOvr>
    <a:masterClrMapping/>
  </p:clrMapOvr>
  <p:transition>
    <p:split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0"/>
            <a:ext cx="12190413" cy="6858000"/>
          </a:xfrm>
          <a:prstGeom prst="rect">
            <a:avLst/>
          </a:prstGeom>
          <a:solidFill>
            <a:srgbClr val="F9B00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7FA4C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431" y="3176931"/>
            <a:ext cx="2183550" cy="5041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7222653"/>
      </p:ext>
    </p:extLst>
  </p:cSld>
  <p:clrMapOvr>
    <a:masterClrMapping/>
  </p:clrMapOvr>
  <p:transition>
    <p:split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Liseré Gris.png"/>
          <p:cNvPicPr>
            <a:picLocks noChangeAspect="1"/>
          </p:cNvPicPr>
          <p:nvPr userDrawn="1"/>
        </p:nvPicPr>
        <p:blipFill>
          <a:blip r:embed="rId2" cstate="print"/>
          <a:srcRect r="23965" b="19860"/>
          <a:stretch>
            <a:fillRect/>
          </a:stretch>
        </p:blipFill>
        <p:spPr>
          <a:xfrm>
            <a:off x="7319342" y="1772816"/>
            <a:ext cx="4871071" cy="508518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521" y="908720"/>
            <a:ext cx="10971372" cy="576064"/>
          </a:xfrm>
        </p:spPr>
        <p:txBody>
          <a:bodyPr>
            <a:noAutofit/>
          </a:bodyPr>
          <a:lstStyle>
            <a:lvl1pPr algn="l">
              <a:defRPr sz="3200"/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63759" y="255564"/>
            <a:ext cx="648074" cy="365125"/>
          </a:xfrm>
        </p:spPr>
        <p:txBody>
          <a:bodyPr/>
          <a:lstStyle>
            <a:lvl1pPr algn="r">
              <a:defRPr sz="1400"/>
            </a:lvl1pPr>
          </a:lstStyle>
          <a:p>
            <a:fld id="{3E54C9AA-1C71-4E24-B844-1057B81B3104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Straight Connector 21"/>
          <p:cNvCxnSpPr/>
          <p:nvPr userDrawn="1"/>
        </p:nvCxnSpPr>
        <p:spPr>
          <a:xfrm>
            <a:off x="11063758" y="228600"/>
            <a:ext cx="0" cy="371475"/>
          </a:xfrm>
          <a:prstGeom prst="line">
            <a:avLst/>
          </a:prstGeom>
          <a:ln>
            <a:solidFill>
              <a:srgbClr val="F9B00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358" b="18751"/>
          <a:stretch/>
        </p:blipFill>
        <p:spPr bwMode="auto">
          <a:xfrm>
            <a:off x="457206" y="228604"/>
            <a:ext cx="409573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Connecteur droit 14"/>
          <p:cNvCxnSpPr/>
          <p:nvPr userDrawn="1"/>
        </p:nvCxnSpPr>
        <p:spPr>
          <a:xfrm>
            <a:off x="1" y="81915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/>
          <p:cNvSpPr txBox="1">
            <a:spLocks/>
          </p:cNvSpPr>
          <p:nvPr userDrawn="1"/>
        </p:nvSpPr>
        <p:spPr>
          <a:xfrm>
            <a:off x="7319342" y="260648"/>
            <a:ext cx="3652029" cy="36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015087" y="260648"/>
            <a:ext cx="5976664" cy="360040"/>
          </a:xfr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solidFill>
                  <a:srgbClr val="7FA4C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contenu 3"/>
          <p:cNvSpPr>
            <a:spLocks noGrp="1"/>
          </p:cNvSpPr>
          <p:nvPr>
            <p:ph sz="half" idx="2"/>
          </p:nvPr>
        </p:nvSpPr>
        <p:spPr>
          <a:xfrm>
            <a:off x="609520" y="1628800"/>
            <a:ext cx="10958293" cy="4896544"/>
          </a:xfrm>
        </p:spPr>
        <p:txBody>
          <a:bodyPr wrap="square">
            <a:normAutofit/>
          </a:bodyPr>
          <a:lstStyle>
            <a:lvl1pPr marL="0" indent="0">
              <a:buNone/>
              <a:defRPr sz="1700">
                <a:solidFill>
                  <a:srgbClr val="4E4541"/>
                </a:solidFill>
              </a:defRPr>
            </a:lvl1pPr>
            <a:lvl2pPr>
              <a:defRPr sz="1700">
                <a:solidFill>
                  <a:srgbClr val="4E4541"/>
                </a:solidFill>
              </a:defRPr>
            </a:lvl2pPr>
            <a:lvl3pPr>
              <a:defRPr sz="1700">
                <a:solidFill>
                  <a:srgbClr val="4E4541"/>
                </a:solidFill>
              </a:defRPr>
            </a:lvl3pPr>
            <a:lvl4pPr>
              <a:defRPr sz="1700">
                <a:solidFill>
                  <a:srgbClr val="4E4541"/>
                </a:solidFill>
              </a:defRPr>
            </a:lvl4pPr>
            <a:lvl5pPr>
              <a:defRPr sz="1700">
                <a:solidFill>
                  <a:srgbClr val="4E454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0361002"/>
      </p:ext>
    </p:extLst>
  </p:cSld>
  <p:clrMapOvr>
    <a:masterClrMapping/>
  </p:clrMapOvr>
  <p:transition>
    <p:split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F3D6D19-9148-D943-9810-29CF3D55D8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91116"/>
          </a:xfrm>
          <a:prstGeom prst="rect">
            <a:avLst/>
          </a:prstGeom>
        </p:spPr>
      </p:pic>
      <p:sp>
        <p:nvSpPr>
          <p:cNvPr id="4" name="Rectangle avec coin arrondi du même côté 3">
            <a:extLst>
              <a:ext uri="{FF2B5EF4-FFF2-40B4-BE49-F238E27FC236}">
                <a16:creationId xmlns:a16="http://schemas.microsoft.com/office/drawing/2014/main" id="{8137A720-F71D-084F-83FE-9C0FD2B2516D}"/>
              </a:ext>
            </a:extLst>
          </p:cNvPr>
          <p:cNvSpPr/>
          <p:nvPr userDrawn="1"/>
        </p:nvSpPr>
        <p:spPr>
          <a:xfrm rot="5400000">
            <a:off x="5485361" y="-5357638"/>
            <a:ext cx="576072" cy="11546797"/>
          </a:xfrm>
          <a:prstGeom prst="round2SameRect">
            <a:avLst/>
          </a:prstGeom>
          <a:solidFill>
            <a:srgbClr val="F7A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07B2EE-1DC4-F542-AAC7-EDD92A81F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256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hdr="0" ftr="0" dt="0"/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13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F3D6D19-9148-D943-9810-29CF3D55D8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91116"/>
          </a:xfrm>
          <a:prstGeom prst="rect">
            <a:avLst/>
          </a:prstGeom>
        </p:spPr>
      </p:pic>
      <p:sp>
        <p:nvSpPr>
          <p:cNvPr id="4" name="Rectangle avec coin arrondi du même côté 3">
            <a:extLst>
              <a:ext uri="{FF2B5EF4-FFF2-40B4-BE49-F238E27FC236}">
                <a16:creationId xmlns:a16="http://schemas.microsoft.com/office/drawing/2014/main" id="{8137A720-F71D-084F-83FE-9C0FD2B2516D}"/>
              </a:ext>
            </a:extLst>
          </p:cNvPr>
          <p:cNvSpPr/>
          <p:nvPr userDrawn="1"/>
        </p:nvSpPr>
        <p:spPr>
          <a:xfrm rot="5400000">
            <a:off x="5485361" y="-5357638"/>
            <a:ext cx="576072" cy="11546797"/>
          </a:xfrm>
          <a:prstGeom prst="round2SameRect">
            <a:avLst/>
          </a:prstGeom>
          <a:solidFill>
            <a:srgbClr val="F7A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07B2EE-1DC4-F542-AAC7-EDD92A81F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765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</p:sldLayoutIdLst>
  <p:hf hdr="0" ftr="0" dt="0"/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13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F3D6D19-9148-D943-9810-29CF3D55D8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91116"/>
          </a:xfrm>
          <a:prstGeom prst="rect">
            <a:avLst/>
          </a:prstGeom>
        </p:spPr>
      </p:pic>
      <p:sp>
        <p:nvSpPr>
          <p:cNvPr id="4" name="Rectangle avec coin arrondi du même côté 3">
            <a:extLst>
              <a:ext uri="{FF2B5EF4-FFF2-40B4-BE49-F238E27FC236}">
                <a16:creationId xmlns:a16="http://schemas.microsoft.com/office/drawing/2014/main" id="{8137A720-F71D-084F-83FE-9C0FD2B2516D}"/>
              </a:ext>
            </a:extLst>
          </p:cNvPr>
          <p:cNvSpPr/>
          <p:nvPr userDrawn="1"/>
        </p:nvSpPr>
        <p:spPr>
          <a:xfrm rot="5400000">
            <a:off x="5485361" y="-5357638"/>
            <a:ext cx="576072" cy="11546797"/>
          </a:xfrm>
          <a:prstGeom prst="round2SameRect">
            <a:avLst/>
          </a:prstGeom>
          <a:solidFill>
            <a:srgbClr val="F7A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07B2EE-1DC4-F542-AAC7-EDD92A81F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084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</p:sldLayoutIdLst>
  <p:hf hdr="0" ftr="0" dt="0"/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13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F3D6D19-9148-D943-9810-29CF3D55D8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0413" cy="691116"/>
          </a:xfrm>
          <a:prstGeom prst="rect">
            <a:avLst/>
          </a:prstGeom>
        </p:spPr>
      </p:pic>
      <p:sp>
        <p:nvSpPr>
          <p:cNvPr id="4" name="Rectangle avec coin arrondi du même côté 3">
            <a:extLst>
              <a:ext uri="{FF2B5EF4-FFF2-40B4-BE49-F238E27FC236}">
                <a16:creationId xmlns:a16="http://schemas.microsoft.com/office/drawing/2014/main" id="{8137A720-F71D-084F-83FE-9C0FD2B2516D}"/>
              </a:ext>
            </a:extLst>
          </p:cNvPr>
          <p:cNvSpPr/>
          <p:nvPr userDrawn="1"/>
        </p:nvSpPr>
        <p:spPr>
          <a:xfrm rot="5400000">
            <a:off x="3661658" y="-3533933"/>
            <a:ext cx="576072" cy="7899388"/>
          </a:xfrm>
          <a:prstGeom prst="round2SameRect">
            <a:avLst/>
          </a:prstGeom>
          <a:solidFill>
            <a:srgbClr val="F7AD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07B2EE-1DC4-F542-AAC7-EDD92A81F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4040" y="6381753"/>
            <a:ext cx="925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rgbClr val="4D4541"/>
                </a:solidFill>
                <a:latin typeface="Century Gothic Regular"/>
              </a:defRPr>
            </a:lvl1pPr>
          </a:lstStyle>
          <a:p>
            <a:fld id="{E153B483-2250-EA41-A4AD-54C20CB6191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806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ftr="0" dt="0"/>
  <p:txStyles>
    <p:titleStyle>
      <a:lvl1pPr algn="l" defTabSz="1320759" rtl="0" eaLnBrk="1" latinLnBrk="0" hangingPunct="1">
        <a:lnSpc>
          <a:spcPct val="90000"/>
        </a:lnSpc>
        <a:spcBef>
          <a:spcPct val="0"/>
        </a:spcBef>
        <a:buNone/>
        <a:defRPr sz="1300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330190" indent="-330190" algn="l" defTabSz="1320759" rtl="0" eaLnBrk="1" latinLnBrk="0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990570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ABDF88B4-EBA9-41E7-B711-36C16A53AF37}"/>
              </a:ext>
            </a:extLst>
          </p:cNvPr>
          <p:cNvSpPr/>
          <p:nvPr/>
        </p:nvSpPr>
        <p:spPr>
          <a:xfrm>
            <a:off x="-1" y="1"/>
            <a:ext cx="12190414" cy="5814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0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71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9206" y="1273319"/>
            <a:ext cx="11469782" cy="624581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9206" y="2139700"/>
            <a:ext cx="11469782" cy="466444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0538042" y="6439712"/>
            <a:ext cx="856954" cy="19555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91614" indent="-91614" algn="l">
              <a:lnSpc>
                <a:spcPct val="87000"/>
              </a:lnSpc>
              <a:buFont typeface="Arial" panose="020B0604020202020204" pitchFamily="34" charset="0"/>
              <a:buChar char="I"/>
              <a:defRPr sz="88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914309">
              <a:defRPr/>
            </a:pPr>
            <a:fld id="{041F58BB-C392-4CFD-86AE-0ED8453FC422}" type="datetime1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01/07/2026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9206" y="6439712"/>
            <a:ext cx="10188837" cy="192865"/>
          </a:xfrm>
          <a:prstGeom prst="rect">
            <a:avLst/>
          </a:prstGeom>
        </p:spPr>
        <p:txBody>
          <a:bodyPr vert="horz" lIns="91440" tIns="45720" rIns="72000" bIns="45720" rtlCol="0" anchor="ctr">
            <a:noAutofit/>
          </a:bodyPr>
          <a:lstStyle>
            <a:lvl1pPr algn="r">
              <a:lnSpc>
                <a:spcPct val="87000"/>
              </a:lnSpc>
              <a:defRPr sz="88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914309">
              <a:defRPr/>
            </a:pPr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308547" y="6439712"/>
            <a:ext cx="527270" cy="192865"/>
          </a:xfrm>
          <a:prstGeom prst="rect">
            <a:avLst/>
          </a:prstGeom>
          <a:noFill/>
        </p:spPr>
        <p:txBody>
          <a:bodyPr vert="horz" lIns="91440" tIns="45720" rIns="216000" bIns="45720" rtlCol="0" anchor="ctr">
            <a:noAutofit/>
          </a:bodyPr>
          <a:lstStyle>
            <a:lvl1pPr algn="r">
              <a:lnSpc>
                <a:spcPct val="87000"/>
              </a:lnSpc>
              <a:defRPr sz="88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914309">
              <a:defRPr/>
            </a:pPr>
            <a:fld id="{DE0B5098-8849-492D-ACF1-3ED4D68AD717}" type="slidenum">
              <a:rPr lang="fr-FR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914309">
                <a:defRPr/>
              </a:pPr>
              <a:t>‹N°›</a:t>
            </a:fld>
            <a:endParaRPr lang="fr-FR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53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55" r:id="rId14"/>
    <p:sldLayoutId id="2147483840" r:id="rId15"/>
  </p:sldLayoutIdLst>
  <p:hf hdr="0" ftr="0" dt="0"/>
  <p:txStyles>
    <p:titleStyle>
      <a:lvl1pPr algn="l" defTabSz="894398" rtl="0" eaLnBrk="1" latinLnBrk="0" hangingPunct="1">
        <a:lnSpc>
          <a:spcPct val="87000"/>
        </a:lnSpc>
        <a:spcBef>
          <a:spcPct val="0"/>
        </a:spcBef>
        <a:buNone/>
        <a:defRPr sz="2935" kern="1200" cap="none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894398" rtl="0" eaLnBrk="1" latinLnBrk="0" hangingPunct="1">
        <a:lnSpc>
          <a:spcPct val="87000"/>
        </a:lnSpc>
        <a:spcBef>
          <a:spcPts val="979"/>
        </a:spcBef>
        <a:buFont typeface="Arial" panose="020B0604020202020204" pitchFamily="34" charset="0"/>
        <a:buChar char="​"/>
        <a:defRPr sz="1761" kern="1200" cap="none" baseline="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894398" rtl="0" eaLnBrk="1" latinLnBrk="0" hangingPunct="1">
        <a:lnSpc>
          <a:spcPct val="87000"/>
        </a:lnSpc>
        <a:spcBef>
          <a:spcPts val="489"/>
        </a:spcBef>
        <a:buFont typeface="Arial" panose="020B0604020202020204" pitchFamily="34" charset="0"/>
        <a:buChar char="​"/>
        <a:defRPr sz="1565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33539" indent="-133539" algn="l" defTabSz="894398" rtl="0" eaLnBrk="1" latinLnBrk="0" hangingPunct="1">
        <a:lnSpc>
          <a:spcPct val="87000"/>
        </a:lnSpc>
        <a:spcBef>
          <a:spcPts val="489"/>
        </a:spcBef>
        <a:buFont typeface="Wingdings" panose="05000000000000000000" pitchFamily="2" charset="2"/>
        <a:buChar char="§"/>
        <a:defRPr sz="1369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60866" indent="-127327" algn="l" defTabSz="894398" rtl="0" eaLnBrk="1" latinLnBrk="0" hangingPunct="1">
        <a:lnSpc>
          <a:spcPct val="87000"/>
        </a:lnSpc>
        <a:spcBef>
          <a:spcPts val="489"/>
        </a:spcBef>
        <a:buFont typeface="Calibri" panose="020F0502020204030204" pitchFamily="34" charset="0"/>
        <a:buChar char="-"/>
        <a:defRPr sz="1174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68629" indent="0" algn="l" defTabSz="894398" rtl="0" eaLnBrk="1" latinLnBrk="0" hangingPunct="1">
        <a:lnSpc>
          <a:spcPct val="87000"/>
        </a:lnSpc>
        <a:spcBef>
          <a:spcPts val="489"/>
        </a:spcBef>
        <a:buFontTx/>
        <a:buNone/>
        <a:defRPr sz="1027" i="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459593" indent="-223600" algn="l" defTabSz="894398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906792" indent="-223600" algn="l" defTabSz="894398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353991" indent="-223600" algn="l" defTabSz="894398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801191" indent="-223600" algn="l" defTabSz="894398" rtl="0" eaLnBrk="1" latinLnBrk="0" hangingPunct="1">
        <a:lnSpc>
          <a:spcPct val="90000"/>
        </a:lnSpc>
        <a:spcBef>
          <a:spcPts val="489"/>
        </a:spcBef>
        <a:buFont typeface="Arial" panose="020B0604020202020204" pitchFamily="34" charset="0"/>
        <a:buChar char="•"/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198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398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1596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8795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5994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3193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0392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7590" algn="l" defTabSz="894398" rtl="0" eaLnBrk="1" latinLnBrk="0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9">
          <p15:clr>
            <a:srgbClr val="F26B43"/>
          </p15:clr>
        </p15:guide>
        <p15:guide id="2" pos="147">
          <p15:clr>
            <a:srgbClr val="F26B43"/>
          </p15:clr>
        </p15:guide>
        <p15:guide id="3" orient="horz" pos="4398">
          <p15:clr>
            <a:srgbClr val="F26B43"/>
          </p15:clr>
        </p15:guide>
        <p15:guide id="4" pos="7760">
          <p15:clr>
            <a:srgbClr val="F26B43"/>
          </p15:clr>
        </p15:guide>
        <p15:guide id="5" pos="325">
          <p15:clr>
            <a:srgbClr val="FBAE40"/>
          </p15:clr>
        </p15:guide>
        <p15:guide id="6" pos="5191">
          <p15:clr>
            <a:srgbClr val="FBAE40"/>
          </p15:clr>
        </p15:guide>
        <p15:guide id="7" pos="7560">
          <p15:clr>
            <a:srgbClr val="FBAE40"/>
          </p15:clr>
        </p15:guide>
        <p15:guide id="8" pos="2692">
          <p15:clr>
            <a:srgbClr val="FBAE40"/>
          </p15:clr>
        </p15:guide>
        <p15:guide id="11" orient="horz" pos="841">
          <p15:clr>
            <a:srgbClr val="9FCC3B"/>
          </p15:clr>
        </p15:guide>
        <p15:guide id="12" orient="horz" pos="4088">
          <p15:clr>
            <a:srgbClr val="9FCC3B"/>
          </p15:clr>
        </p15:guide>
        <p15:guide id="13" orient="horz" pos="1963">
          <p15:clr>
            <a:srgbClr val="547EBF"/>
          </p15:clr>
        </p15:guide>
        <p15:guide id="14" orient="horz" pos="3061">
          <p15:clr>
            <a:srgbClr val="547EBF"/>
          </p15:clr>
        </p15:guide>
        <p15:guide id="15" pos="2622">
          <p15:clr>
            <a:srgbClr val="FDE53C"/>
          </p15:clr>
        </p15:guide>
        <p15:guide id="16" pos="2762">
          <p15:clr>
            <a:srgbClr val="FDE53C"/>
          </p15:clr>
        </p15:guide>
        <p15:guide id="17" pos="5121">
          <p15:clr>
            <a:srgbClr val="FDE53C"/>
          </p15:clr>
        </p15:guide>
        <p15:guide id="18" pos="5261">
          <p15:clr>
            <a:srgbClr val="FDE53C"/>
          </p15:clr>
        </p15:guide>
        <p15:guide id="19" orient="horz" pos="2035">
          <p15:clr>
            <a:srgbClr val="5ACBF0"/>
          </p15:clr>
        </p15:guide>
        <p15:guide id="20" orient="horz" pos="1891">
          <p15:clr>
            <a:srgbClr val="5ACBF0"/>
          </p15:clr>
        </p15:guide>
        <p15:guide id="21" orient="horz" pos="2989">
          <p15:clr>
            <a:srgbClr val="5ACBF0"/>
          </p15:clr>
        </p15:guide>
        <p15:guide id="22" orient="horz" pos="3132">
          <p15:clr>
            <a:srgbClr val="5ACBF0"/>
          </p15:clr>
        </p15:guide>
        <p15:guide id="23" orient="horz" pos="338">
          <p15:clr>
            <a:srgbClr val="FBAE40"/>
          </p15:clr>
        </p15:guide>
        <p15:guide id="24" orient="horz" pos="4197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3kBaofw8f4c" TargetMode="External"/><Relationship Id="rId13" Type="http://schemas.openxmlformats.org/officeDocument/2006/relationships/hyperlink" Target="https://youtu.be/QzMUTnIOQjU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s://youtu.be/Phnh7rykHB0" TargetMode="External"/><Relationship Id="rId12" Type="http://schemas.openxmlformats.org/officeDocument/2006/relationships/image" Target="../media/image1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youtu.be/bFSq6tB6FPA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s://youtu.be/7y7wHQpB8aY" TargetMode="External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82638" y="1484784"/>
            <a:ext cx="10361851" cy="3818854"/>
          </a:xfrm>
        </p:spPr>
        <p:txBody>
          <a:bodyPr/>
          <a:lstStyle/>
          <a:p>
            <a:pPr algn="ctr"/>
            <a:r>
              <a:rPr lang="fr-FR" dirty="0"/>
              <a:t>Présentation</a:t>
            </a:r>
            <a:br>
              <a:rPr lang="fr-FR" dirty="0"/>
            </a:br>
            <a:r>
              <a:rPr lang="fr-FR" dirty="0"/>
              <a:t>Démarche Handicap Elsan</a:t>
            </a:r>
            <a:br>
              <a:rPr lang="fr-FR" dirty="0"/>
            </a:br>
            <a:r>
              <a:rPr lang="fr-FR" dirty="0"/>
              <a:t>VIDEO -TEMOIGNAGES HANDICAP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374" y="4919556"/>
            <a:ext cx="3328704" cy="7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601130"/>
      </p:ext>
    </p:extLst>
  </p:cSld>
  <p:clrMapOvr>
    <a:masterClrMapping/>
  </p:clrMapOvr>
  <p:transition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54C9AA-1C71-4E24-B844-1057B81B3104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rgbClr val="4E4541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4E4541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3473DF3-C9B7-844A-9A46-711097C238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30" y="204766"/>
            <a:ext cx="1744130" cy="466719"/>
          </a:xfrm>
          <a:prstGeom prst="rect">
            <a:avLst/>
          </a:prstGeom>
        </p:spPr>
      </p:pic>
      <p:sp>
        <p:nvSpPr>
          <p:cNvPr id="26" name="Espace réservé du texte 3"/>
          <p:cNvSpPr>
            <a:spLocks noGrp="1"/>
          </p:cNvSpPr>
          <p:nvPr>
            <p:ph type="body" sz="quarter" idx="3"/>
          </p:nvPr>
        </p:nvSpPr>
        <p:spPr>
          <a:xfrm>
            <a:off x="4439022" y="260648"/>
            <a:ext cx="6624836" cy="360338"/>
          </a:xfrm>
        </p:spPr>
        <p:txBody>
          <a:bodyPr/>
          <a:lstStyle/>
          <a:p>
            <a:pPr lvl="0"/>
            <a:r>
              <a:rPr lang="fr-FR" dirty="0"/>
              <a:t>Les témoignages en cliniques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990046C9-4AEF-E24E-BBC2-061CF78C5C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3758" y="692696"/>
            <a:ext cx="936104" cy="936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710" y="1628800"/>
            <a:ext cx="1922292" cy="1314109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943078" y="1196752"/>
            <a:ext cx="424847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srgbClr val="F9B00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Lisa,</a:t>
            </a:r>
          </a:p>
          <a:p>
            <a:pPr lvl="0"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Clinique </a:t>
            </a:r>
            <a:r>
              <a:rPr kumimoji="0" lang="fr-F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Montagard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 :</a:t>
            </a:r>
            <a:r>
              <a:rPr lang="fr-FR" sz="1400" u="sng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5"/>
              </a:rPr>
              <a:t>https://youtu.be/7y7wHQpB8aY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Formation </a:t>
            </a:r>
            <a:r>
              <a:rPr kumimoji="0" lang="fr-FR" sz="1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Crip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943078" y="1916832"/>
            <a:ext cx="39604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srgbClr val="F9B00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Linda,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Pol. du Parc  Caen :</a:t>
            </a:r>
            <a:r>
              <a:rPr lang="fr-FR" sz="1400" u="sng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6"/>
              </a:rPr>
              <a:t>https://youtu.be/bFSq6tB6FPA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Déclarer  son handicap 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943078" y="3501008"/>
            <a:ext cx="446449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srgbClr val="F9B00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Léo,</a:t>
            </a:r>
          </a:p>
          <a:p>
            <a:pPr lvl="0"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Pôle Santé République :</a:t>
            </a:r>
            <a:r>
              <a:rPr kumimoji="0" lang="fr-FR" sz="1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 </a:t>
            </a:r>
            <a:r>
              <a:rPr lang="fr-FR" sz="1400" u="sng" dirty="0">
                <a:hlinkClick r:id="rId7"/>
              </a:rPr>
              <a:t>https://youtu.be/Phnh7rykHB0</a:t>
            </a:r>
            <a:endParaRPr lang="fr-FR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Grandir dans l’intégration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 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4871070" y="4221088"/>
            <a:ext cx="3744416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1200" cap="none" spc="0" normalizeH="0" baseline="0" noProof="0" dirty="0">
                <a:ln>
                  <a:noFill/>
                </a:ln>
                <a:solidFill>
                  <a:srgbClr val="F9B00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</a:rPr>
              <a:t>Laurent, </a:t>
            </a:r>
          </a:p>
          <a:p>
            <a:pPr lvl="0"/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</a:rPr>
              <a:t>HP Saint Martin : </a:t>
            </a:r>
            <a:r>
              <a:rPr lang="fr-FR" sz="1400" u="sng" dirty="0">
                <a:solidFill>
                  <a:srgbClr val="1F497D"/>
                </a:solidFill>
                <a:latin typeface="Calibri" panose="020F0502020204030204" pitchFamily="34" charset="0"/>
                <a:ea typeface="Calibri" panose="020F0502020204030204" pitchFamily="34" charset="0"/>
                <a:hlinkClick r:id="rId8"/>
              </a:rPr>
              <a:t>https://youtu.be/3kBaofw8f4c</a:t>
            </a:r>
            <a:endParaRPr lang="fr-FR" sz="1400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r>
              <a:rPr lang="fr-FR" sz="1400" b="1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Reconversion professionnelle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i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suite à la déclaration de son handicap </a:t>
            </a:r>
          </a:p>
        </p:txBody>
      </p:sp>
      <p:sp>
        <p:nvSpPr>
          <p:cNvPr id="45" name="Accolade ouvrante 44"/>
          <p:cNvSpPr/>
          <p:nvPr/>
        </p:nvSpPr>
        <p:spPr>
          <a:xfrm>
            <a:off x="3502918" y="1268760"/>
            <a:ext cx="576064" cy="4608512"/>
          </a:xfrm>
          <a:prstGeom prst="leftBrace">
            <a:avLst/>
          </a:prstGeom>
          <a:ln w="254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8" name="Image 5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582" y="3533383"/>
            <a:ext cx="1136256" cy="261553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9" name="Image 5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5086" y="260648"/>
            <a:ext cx="648072" cy="764704"/>
          </a:xfrm>
          <a:prstGeom prst="rect">
            <a:avLst/>
          </a:prstGeom>
        </p:spPr>
      </p:pic>
      <p:pic>
        <p:nvPicPr>
          <p:cNvPr id="60" name="Image 5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8902" y="404664"/>
            <a:ext cx="648072" cy="597190"/>
          </a:xfrm>
          <a:prstGeom prst="rect">
            <a:avLst/>
          </a:prstGeom>
        </p:spPr>
      </p:pic>
      <p:pic>
        <p:nvPicPr>
          <p:cNvPr id="61" name="Image 6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8662" y="1916832"/>
            <a:ext cx="1337955" cy="93610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3" name="Rectangle 52"/>
          <p:cNvSpPr/>
          <p:nvPr/>
        </p:nvSpPr>
        <p:spPr>
          <a:xfrm>
            <a:off x="4871070" y="5157192"/>
            <a:ext cx="47525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srgbClr val="F9B00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Aurelia,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Pol. du Parc  Caen :</a:t>
            </a:r>
            <a:r>
              <a:rPr lang="fr-FR" sz="1400" u="sng" dirty="0">
                <a:hlinkClick r:id="rId13"/>
              </a:rPr>
              <a:t>https://youtu.be/QzMUTnIOQjU</a:t>
            </a:r>
            <a:endParaRPr lang="fr-FR" sz="1400" u="sng" noProof="0" dirty="0">
              <a:solidFill>
                <a:srgbClr val="1F497D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Handicap invisible</a:t>
            </a:r>
            <a:r>
              <a:rPr kumimoji="0" lang="fr-FR" sz="1400" b="1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 et </a:t>
            </a:r>
            <a:r>
              <a:rPr kumimoji="0" lang="fr-FR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aménagement</a:t>
            </a:r>
            <a:r>
              <a:rPr kumimoji="0" lang="fr-FR" sz="1400" b="1" i="1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+mn-cs"/>
              </a:rPr>
              <a:t> de poste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43216"/>
      </p:ext>
    </p:extLst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086" y="4365104"/>
            <a:ext cx="1872208" cy="187220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ZoneTexte 1"/>
          <p:cNvSpPr txBox="1"/>
          <p:nvPr/>
        </p:nvSpPr>
        <p:spPr>
          <a:xfrm>
            <a:off x="3286894" y="2060848"/>
            <a:ext cx="47135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chemeClr val="bg1"/>
                </a:solidFill>
              </a:rPr>
              <a:t>MERCI DE VOTRE ATTENTION !</a:t>
            </a:r>
          </a:p>
        </p:txBody>
      </p:sp>
    </p:spTree>
    <p:extLst>
      <p:ext uri="{BB962C8B-B14F-4D97-AF65-F5344CB8AC3E}">
        <p14:creationId xmlns:p14="http://schemas.microsoft.com/office/powerpoint/2010/main" val="897728903"/>
      </p:ext>
    </p:extLst>
  </p:cSld>
  <p:clrMapOvr>
    <a:masterClrMapping/>
  </p:clrMapOvr>
  <p:transition>
    <p:split/>
  </p:transition>
</p:sld>
</file>

<file path=ppt/theme/theme1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resentation ELSAN mars20">
  <a:themeElements>
    <a:clrScheme name="Personnalisé 4">
      <a:dk1>
        <a:sysClr val="windowText" lastClr="000000"/>
      </a:dk1>
      <a:lt1>
        <a:sysClr val="window" lastClr="FFFFFF"/>
      </a:lt1>
      <a:dk2>
        <a:srgbClr val="7F7F7F"/>
      </a:dk2>
      <a:lt2>
        <a:srgbClr val="B4DCFA"/>
      </a:lt2>
      <a:accent1>
        <a:srgbClr val="F9AE04"/>
      </a:accent1>
      <a:accent2>
        <a:srgbClr val="7FA4C6"/>
      </a:accent2>
      <a:accent3>
        <a:srgbClr val="44413F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TR-AR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>
            <a:latin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TER_MASQUE_DT_16_9_V07.potx" id="{198535B7-A253-4A96-9B19-A415C7247E43}" vid="{6F04C76A-EBF8-453B-AA0C-015556F22150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Modèle PPT ELSAN_détaillé</Template>
  <TotalTime>16459</TotalTime>
  <Words>112</Words>
  <Application>Microsoft Office PowerPoint</Application>
  <PresentationFormat>Personnalisé</PresentationFormat>
  <Paragraphs>20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5</vt:i4>
      </vt:variant>
      <vt:variant>
        <vt:lpstr>Titres des diapositives</vt:lpstr>
      </vt:variant>
      <vt:variant>
        <vt:i4>3</vt:i4>
      </vt:variant>
    </vt:vector>
  </HeadingPairs>
  <TitlesOfParts>
    <vt:vector size="13" baseType="lpstr">
      <vt:lpstr>Arial</vt:lpstr>
      <vt:lpstr>Calibri</vt:lpstr>
      <vt:lpstr>Century Gothic</vt:lpstr>
      <vt:lpstr>Century Gothic Regular</vt:lpstr>
      <vt:lpstr>Wingdings</vt:lpstr>
      <vt:lpstr>1_Conception personnalisée</vt:lpstr>
      <vt:lpstr>2_Conception personnalisée</vt:lpstr>
      <vt:lpstr>3_Conception personnalisée</vt:lpstr>
      <vt:lpstr>4_Conception personnalisée</vt:lpstr>
      <vt:lpstr>Presentation ELSAN mars20</vt:lpstr>
      <vt:lpstr>Présentation Démarche Handicap Elsan VIDEO -TEMOIGNAGES HANDICAP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Politique Handicap  Diagnostic - Action</dc:title>
  <dc:creator>Sandrine MATHIS</dc:creator>
  <cp:lastModifiedBy>Pierre-Emmanuel COSSON</cp:lastModifiedBy>
  <cp:revision>1225</cp:revision>
  <cp:lastPrinted>2020-09-30T10:53:11Z</cp:lastPrinted>
  <dcterms:created xsi:type="dcterms:W3CDTF">2018-08-14T09:58:05Z</dcterms:created>
  <dcterms:modified xsi:type="dcterms:W3CDTF">2026-07-01T16:32:30Z</dcterms:modified>
</cp:coreProperties>
</file>