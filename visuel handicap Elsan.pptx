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notesMasterIdLst>
    <p:notesMasterId r:id="rId5"/>
  </p:notesMasterIdLst>
  <p:handoutMasterIdLst>
    <p:handoutMasterId r:id="rId6"/>
  </p:handoutMasterIdLst>
  <p:sldIdLst>
    <p:sldId id="258" r:id="rId4"/>
  </p:sldIdLst>
  <p:sldSz cx="12190413" cy="6858000"/>
  <p:notesSz cx="6810375" cy="99425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B004"/>
    <a:srgbClr val="4E4541"/>
    <a:srgbClr val="97C275"/>
    <a:srgbClr val="7FA4C6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25"/>
    <p:restoredTop sz="94613"/>
  </p:normalViewPr>
  <p:slideViewPr>
    <p:cSldViewPr>
      <p:cViewPr varScale="1">
        <p:scale>
          <a:sx n="66" d="100"/>
          <a:sy n="66" d="100"/>
        </p:scale>
        <p:origin x="692" y="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Master" Target="slideMasters/slideMaster1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51162" cy="497125"/>
          </a:xfrm>
          <a:prstGeom prst="rect">
            <a:avLst/>
          </a:prstGeom>
        </p:spPr>
        <p:txBody>
          <a:bodyPr vert="horz" lIns="91586" tIns="45793" rIns="91586" bIns="45793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57637" y="1"/>
            <a:ext cx="2951162" cy="497125"/>
          </a:xfrm>
          <a:prstGeom prst="rect">
            <a:avLst/>
          </a:prstGeom>
        </p:spPr>
        <p:txBody>
          <a:bodyPr vert="horz" lIns="91586" tIns="45793" rIns="91586" bIns="45793" rtlCol="0"/>
          <a:lstStyle>
            <a:lvl1pPr algn="r">
              <a:defRPr sz="1200"/>
            </a:lvl1pPr>
          </a:lstStyle>
          <a:p>
            <a:fld id="{479EC1C8-B187-47E2-9F02-3440BCB379D8}" type="datetimeFigureOut">
              <a:rPr lang="fr-FR" smtClean="0"/>
              <a:pPr/>
              <a:t>04/05/2023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1" y="9443663"/>
            <a:ext cx="2951162" cy="497125"/>
          </a:xfrm>
          <a:prstGeom prst="rect">
            <a:avLst/>
          </a:prstGeom>
        </p:spPr>
        <p:txBody>
          <a:bodyPr vert="horz" lIns="91586" tIns="45793" rIns="91586" bIns="45793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57637" y="9443663"/>
            <a:ext cx="2951162" cy="497125"/>
          </a:xfrm>
          <a:prstGeom prst="rect">
            <a:avLst/>
          </a:prstGeom>
        </p:spPr>
        <p:txBody>
          <a:bodyPr vert="horz" lIns="91586" tIns="45793" rIns="91586" bIns="45793" rtlCol="0" anchor="b"/>
          <a:lstStyle>
            <a:lvl1pPr algn="r">
              <a:defRPr sz="1200"/>
            </a:lvl1pPr>
          </a:lstStyle>
          <a:p>
            <a:fld id="{A2109F77-71C1-40AE-9506-3F7CFB667DC7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33962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51162" cy="497125"/>
          </a:xfrm>
          <a:prstGeom prst="rect">
            <a:avLst/>
          </a:prstGeom>
        </p:spPr>
        <p:txBody>
          <a:bodyPr vert="horz" lIns="91586" tIns="45793" rIns="91586" bIns="45793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7637" y="1"/>
            <a:ext cx="2951162" cy="497125"/>
          </a:xfrm>
          <a:prstGeom prst="rect">
            <a:avLst/>
          </a:prstGeom>
        </p:spPr>
        <p:txBody>
          <a:bodyPr vert="horz" lIns="91586" tIns="45793" rIns="91586" bIns="45793" rtlCol="0"/>
          <a:lstStyle>
            <a:lvl1pPr algn="r">
              <a:defRPr sz="1200"/>
            </a:lvl1pPr>
          </a:lstStyle>
          <a:p>
            <a:fld id="{4469BAED-7244-4CFD-B296-4CA0E295109A}" type="datetimeFigureOut">
              <a:rPr lang="fr-FR" smtClean="0"/>
              <a:pPr/>
              <a:t>04/05/2023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6225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86" tIns="45793" rIns="91586" bIns="45793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1038" y="4722694"/>
            <a:ext cx="5448300" cy="4474131"/>
          </a:xfrm>
          <a:prstGeom prst="rect">
            <a:avLst/>
          </a:prstGeom>
        </p:spPr>
        <p:txBody>
          <a:bodyPr vert="horz" lIns="91586" tIns="45793" rIns="91586" bIns="45793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1" y="9443663"/>
            <a:ext cx="2951162" cy="497125"/>
          </a:xfrm>
          <a:prstGeom prst="rect">
            <a:avLst/>
          </a:prstGeom>
        </p:spPr>
        <p:txBody>
          <a:bodyPr vert="horz" lIns="91586" tIns="45793" rIns="91586" bIns="45793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7637" y="9443663"/>
            <a:ext cx="2951162" cy="497125"/>
          </a:xfrm>
          <a:prstGeom prst="rect">
            <a:avLst/>
          </a:prstGeom>
        </p:spPr>
        <p:txBody>
          <a:bodyPr vert="horz" lIns="91586" tIns="45793" rIns="91586" bIns="45793" rtlCol="0" anchor="b"/>
          <a:lstStyle>
            <a:lvl1pPr algn="r">
              <a:defRPr sz="1200"/>
            </a:lvl1pPr>
          </a:lstStyle>
          <a:p>
            <a:fld id="{7CC980D4-DF77-4EAC-99C4-8485D56CB4A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40700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1371600"/>
            <a:ext cx="12190413" cy="5486400"/>
          </a:xfrm>
          <a:prstGeom prst="rect">
            <a:avLst/>
          </a:prstGeom>
          <a:solidFill>
            <a:srgbClr val="F9B004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281" y="2130426"/>
            <a:ext cx="10361851" cy="3818854"/>
          </a:xfrm>
        </p:spPr>
        <p:txBody>
          <a:bodyPr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8903519" y="620688"/>
            <a:ext cx="2808312" cy="576064"/>
          </a:xfrm>
        </p:spPr>
        <p:txBody>
          <a:bodyPr>
            <a:normAutofit/>
          </a:bodyPr>
          <a:lstStyle>
            <a:lvl1pPr marL="0" indent="0" algn="r">
              <a:buNone/>
              <a:defRPr sz="1400">
                <a:solidFill>
                  <a:srgbClr val="F9B004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Modifier le style des sous-titres du masque</a:t>
            </a:r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8903519" y="188641"/>
            <a:ext cx="2808312" cy="365125"/>
          </a:xfrm>
        </p:spPr>
        <p:txBody>
          <a:bodyPr/>
          <a:lstStyle>
            <a:lvl1pPr algn="r">
              <a:defRPr sz="1400">
                <a:solidFill>
                  <a:srgbClr val="4E4541"/>
                </a:solidFill>
              </a:defRPr>
            </a:lvl1pPr>
          </a:lstStyle>
          <a:p>
            <a:endParaRPr lang="fr-FR"/>
          </a:p>
        </p:txBody>
      </p: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3" y="457200"/>
            <a:ext cx="1892461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Image 10" descr="Liseré Blanc.png"/>
          <p:cNvPicPr>
            <a:picLocks noChangeAspect="1"/>
          </p:cNvPicPr>
          <p:nvPr userDrawn="1"/>
        </p:nvPicPr>
        <p:blipFill>
          <a:blip r:embed="rId3" cstate="print"/>
          <a:srcRect r="23965" b="19723"/>
          <a:stretch>
            <a:fillRect/>
          </a:stretch>
        </p:blipFill>
        <p:spPr>
          <a:xfrm>
            <a:off x="7319342" y="1764108"/>
            <a:ext cx="4871071" cy="5093892"/>
          </a:xfrm>
          <a:prstGeom prst="rect">
            <a:avLst/>
          </a:prstGeom>
        </p:spPr>
      </p:pic>
    </p:spTree>
  </p:cSld>
  <p:clrMapOvr>
    <a:masterClrMapping/>
  </p:clrMapOvr>
  <p:transition>
    <p:split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>
            <a:spLocks/>
          </p:cNvSpPr>
          <p:nvPr userDrawn="1"/>
        </p:nvSpPr>
        <p:spPr>
          <a:xfrm>
            <a:off x="0" y="822960"/>
            <a:ext cx="12190413" cy="6035040"/>
          </a:xfrm>
          <a:prstGeom prst="rect">
            <a:avLst/>
          </a:prstGeom>
          <a:solidFill>
            <a:srgbClr val="7FA4C6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7" name="Image 26" descr="Liseré Blanc.png"/>
          <p:cNvPicPr>
            <a:picLocks noChangeAspect="1"/>
          </p:cNvPicPr>
          <p:nvPr userDrawn="1"/>
        </p:nvPicPr>
        <p:blipFill>
          <a:blip r:embed="rId2" cstate="print"/>
          <a:srcRect r="23965" b="19723"/>
          <a:stretch>
            <a:fillRect/>
          </a:stretch>
        </p:blipFill>
        <p:spPr>
          <a:xfrm>
            <a:off x="7319342" y="1764108"/>
            <a:ext cx="4871071" cy="5093892"/>
          </a:xfrm>
          <a:prstGeom prst="rect">
            <a:avLst/>
          </a:prstGeom>
        </p:spPr>
      </p:pic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11063759" y="255564"/>
            <a:ext cx="648074" cy="365125"/>
          </a:xfrm>
        </p:spPr>
        <p:txBody>
          <a:bodyPr/>
          <a:lstStyle>
            <a:lvl1pPr algn="r">
              <a:defRPr sz="1400"/>
            </a:lvl1pPr>
          </a:lstStyle>
          <a:p>
            <a:fld id="{3E54C9AA-1C71-4E24-B844-1057B81B3104}" type="slidenum">
              <a:rPr lang="fr-FR" smtClean="0"/>
              <a:pPr/>
              <a:t>‹N°›</a:t>
            </a:fld>
            <a:endParaRPr lang="fr-FR" dirty="0"/>
          </a:p>
        </p:txBody>
      </p:sp>
      <p:cxnSp>
        <p:nvCxnSpPr>
          <p:cNvPr id="10" name="Straight Connector 21"/>
          <p:cNvCxnSpPr/>
          <p:nvPr userDrawn="1"/>
        </p:nvCxnSpPr>
        <p:spPr>
          <a:xfrm>
            <a:off x="11063758" y="228600"/>
            <a:ext cx="0" cy="371475"/>
          </a:xfrm>
          <a:prstGeom prst="line">
            <a:avLst/>
          </a:prstGeom>
          <a:ln>
            <a:solidFill>
              <a:srgbClr val="F9B00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" name="Picture 2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78358" b="18751"/>
          <a:stretch/>
        </p:blipFill>
        <p:spPr bwMode="auto">
          <a:xfrm>
            <a:off x="457206" y="228604"/>
            <a:ext cx="409573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Connecteur droit 14"/>
          <p:cNvCxnSpPr/>
          <p:nvPr userDrawn="1"/>
        </p:nvCxnSpPr>
        <p:spPr>
          <a:xfrm>
            <a:off x="1" y="819150"/>
            <a:ext cx="1219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re 1"/>
          <p:cNvSpPr txBox="1">
            <a:spLocks/>
          </p:cNvSpPr>
          <p:nvPr userDrawn="1"/>
        </p:nvSpPr>
        <p:spPr>
          <a:xfrm>
            <a:off x="7319342" y="260648"/>
            <a:ext cx="3652029" cy="360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400" b="0" i="0" u="none" strike="noStrike" kern="1200" cap="none" spc="0" normalizeH="0" baseline="0" noProof="0" dirty="0">
              <a:ln>
                <a:noFill/>
              </a:ln>
              <a:solidFill>
                <a:srgbClr val="4E4541"/>
              </a:solidFill>
              <a:effectLst/>
              <a:uLnTx/>
              <a:uFillTx/>
              <a:latin typeface="+mn-lt"/>
              <a:ea typeface="+mj-ea"/>
              <a:cs typeface="+mj-cs"/>
            </a:endParaRPr>
          </a:p>
        </p:txBody>
      </p:sp>
      <p:sp>
        <p:nvSpPr>
          <p:cNvPr id="22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5015087" y="260648"/>
            <a:ext cx="5976664" cy="360040"/>
          </a:xfrm>
        </p:spPr>
        <p:txBody>
          <a:bodyPr anchor="ctr">
            <a:noAutofit/>
          </a:bodyPr>
          <a:lstStyle>
            <a:lvl1pPr marL="0" indent="0" algn="r">
              <a:buNone/>
              <a:defRPr sz="2000" b="0">
                <a:solidFill>
                  <a:srgbClr val="7FA4C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3" name="Espace réservé du contenu 3"/>
          <p:cNvSpPr>
            <a:spLocks noGrp="1"/>
          </p:cNvSpPr>
          <p:nvPr>
            <p:ph sz="half" idx="2"/>
          </p:nvPr>
        </p:nvSpPr>
        <p:spPr>
          <a:xfrm>
            <a:off x="609520" y="1628800"/>
            <a:ext cx="10958293" cy="4896544"/>
          </a:xfrm>
        </p:spPr>
        <p:txBody>
          <a:bodyPr>
            <a:normAutofit/>
          </a:bodyPr>
          <a:lstStyle>
            <a:lvl1pPr marL="514350" indent="-514350">
              <a:buClr>
                <a:srgbClr val="F9B004"/>
              </a:buClr>
              <a:buFont typeface="+mj-lt"/>
              <a:buAutoNum type="arabicPeriod"/>
              <a:defRPr sz="3200">
                <a:solidFill>
                  <a:schemeClr val="bg1"/>
                </a:solidFill>
              </a:defRPr>
            </a:lvl1pPr>
            <a:lvl2pPr marL="971550" indent="-514350">
              <a:buFont typeface="+mj-lt"/>
              <a:buAutoNum type="arabicPeriod"/>
              <a:defRPr sz="3200">
                <a:solidFill>
                  <a:schemeClr val="bg1"/>
                </a:solidFill>
              </a:defRPr>
            </a:lvl2pPr>
            <a:lvl3pPr marL="1428750" indent="-514350">
              <a:buFont typeface="+mj-lt"/>
              <a:buAutoNum type="arabicPeriod"/>
              <a:defRPr sz="3200">
                <a:solidFill>
                  <a:schemeClr val="bg1"/>
                </a:solidFill>
              </a:defRPr>
            </a:lvl3pPr>
            <a:lvl4pPr marL="1885950" indent="-514350">
              <a:buFont typeface="+mj-lt"/>
              <a:buAutoNum type="arabicPeriod"/>
              <a:defRPr sz="3200">
                <a:solidFill>
                  <a:schemeClr val="bg1"/>
                </a:solidFill>
              </a:defRPr>
            </a:lvl4pPr>
            <a:lvl5pPr marL="2343150" indent="-514350">
              <a:buFont typeface="+mj-lt"/>
              <a:buAutoNum type="arabicPeriod"/>
              <a:defRPr sz="32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</p:spTree>
  </p:cSld>
  <p:clrMapOvr>
    <a:masterClrMapping/>
  </p:clrMapOvr>
  <p:transition>
    <p:split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 23" descr="Liseré Gris.png"/>
          <p:cNvPicPr>
            <a:picLocks noChangeAspect="1"/>
          </p:cNvPicPr>
          <p:nvPr userDrawn="1"/>
        </p:nvPicPr>
        <p:blipFill>
          <a:blip r:embed="rId2" cstate="print"/>
          <a:srcRect r="23965" b="19860"/>
          <a:stretch>
            <a:fillRect/>
          </a:stretch>
        </p:blipFill>
        <p:spPr>
          <a:xfrm>
            <a:off x="7319342" y="1772816"/>
            <a:ext cx="4871071" cy="508518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521" y="908720"/>
            <a:ext cx="10971372" cy="576064"/>
          </a:xfrm>
        </p:spPr>
        <p:txBody>
          <a:bodyPr>
            <a:noAutofit/>
          </a:bodyPr>
          <a:lstStyle>
            <a:lvl1pPr algn="l">
              <a:defRPr sz="3200"/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11063759" y="255564"/>
            <a:ext cx="648074" cy="365125"/>
          </a:xfrm>
        </p:spPr>
        <p:txBody>
          <a:bodyPr/>
          <a:lstStyle>
            <a:lvl1pPr algn="r">
              <a:defRPr sz="1400"/>
            </a:lvl1pPr>
          </a:lstStyle>
          <a:p>
            <a:fld id="{3E54C9AA-1C71-4E24-B844-1057B81B3104}" type="slidenum">
              <a:rPr lang="fr-FR" smtClean="0"/>
              <a:pPr/>
              <a:t>‹N°›</a:t>
            </a:fld>
            <a:endParaRPr lang="fr-FR" dirty="0"/>
          </a:p>
        </p:txBody>
      </p:sp>
      <p:cxnSp>
        <p:nvCxnSpPr>
          <p:cNvPr id="10" name="Straight Connector 21"/>
          <p:cNvCxnSpPr/>
          <p:nvPr userDrawn="1"/>
        </p:nvCxnSpPr>
        <p:spPr>
          <a:xfrm>
            <a:off x="11063758" y="228600"/>
            <a:ext cx="0" cy="371475"/>
          </a:xfrm>
          <a:prstGeom prst="line">
            <a:avLst/>
          </a:prstGeom>
          <a:ln>
            <a:solidFill>
              <a:srgbClr val="F9B00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" name="Picture 2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78358" b="18751"/>
          <a:stretch/>
        </p:blipFill>
        <p:spPr bwMode="auto">
          <a:xfrm>
            <a:off x="457206" y="228604"/>
            <a:ext cx="409573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Connecteur droit 14"/>
          <p:cNvCxnSpPr/>
          <p:nvPr userDrawn="1"/>
        </p:nvCxnSpPr>
        <p:spPr>
          <a:xfrm>
            <a:off x="1" y="819150"/>
            <a:ext cx="1219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re 1"/>
          <p:cNvSpPr txBox="1">
            <a:spLocks/>
          </p:cNvSpPr>
          <p:nvPr userDrawn="1"/>
        </p:nvSpPr>
        <p:spPr>
          <a:xfrm>
            <a:off x="7319342" y="260648"/>
            <a:ext cx="3652029" cy="360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400" b="0" i="0" u="none" strike="noStrike" kern="1200" cap="none" spc="0" normalizeH="0" baseline="0" noProof="0" dirty="0">
              <a:ln>
                <a:noFill/>
              </a:ln>
              <a:solidFill>
                <a:srgbClr val="4E4541"/>
              </a:solidFill>
              <a:effectLst/>
              <a:uLnTx/>
              <a:uFillTx/>
              <a:latin typeface="+mn-lt"/>
              <a:ea typeface="+mj-ea"/>
              <a:cs typeface="+mj-cs"/>
            </a:endParaRPr>
          </a:p>
        </p:txBody>
      </p:sp>
      <p:sp>
        <p:nvSpPr>
          <p:cNvPr id="22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5015087" y="260648"/>
            <a:ext cx="5976664" cy="360040"/>
          </a:xfrm>
        </p:spPr>
        <p:txBody>
          <a:bodyPr anchor="ctr">
            <a:noAutofit/>
          </a:bodyPr>
          <a:lstStyle>
            <a:lvl1pPr marL="0" indent="0" algn="r">
              <a:buNone/>
              <a:defRPr sz="2000" b="0">
                <a:solidFill>
                  <a:srgbClr val="7FA4C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3" name="Espace réservé du contenu 3"/>
          <p:cNvSpPr>
            <a:spLocks noGrp="1"/>
          </p:cNvSpPr>
          <p:nvPr>
            <p:ph sz="half" idx="2"/>
          </p:nvPr>
        </p:nvSpPr>
        <p:spPr>
          <a:xfrm>
            <a:off x="609520" y="1628800"/>
            <a:ext cx="10958293" cy="4896544"/>
          </a:xfrm>
        </p:spPr>
        <p:txBody>
          <a:bodyPr wrap="square">
            <a:normAutofit/>
          </a:bodyPr>
          <a:lstStyle>
            <a:lvl1pPr marL="0" indent="0">
              <a:buNone/>
              <a:defRPr sz="1700">
                <a:solidFill>
                  <a:srgbClr val="4E4541"/>
                </a:solidFill>
              </a:defRPr>
            </a:lvl1pPr>
            <a:lvl2pPr>
              <a:defRPr sz="1700">
                <a:solidFill>
                  <a:srgbClr val="4E4541"/>
                </a:solidFill>
              </a:defRPr>
            </a:lvl2pPr>
            <a:lvl3pPr>
              <a:defRPr sz="1700">
                <a:solidFill>
                  <a:srgbClr val="4E4541"/>
                </a:solidFill>
              </a:defRPr>
            </a:lvl3pPr>
            <a:lvl4pPr>
              <a:defRPr sz="1700">
                <a:solidFill>
                  <a:srgbClr val="4E4541"/>
                </a:solidFill>
              </a:defRPr>
            </a:lvl4pPr>
            <a:lvl5pPr>
              <a:defRPr sz="1700">
                <a:solidFill>
                  <a:srgbClr val="4E454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</p:spTree>
  </p:cSld>
  <p:clrMapOvr>
    <a:masterClrMapping/>
  </p:clrMapOvr>
  <p:transition>
    <p:split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avec 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 23" descr="Liseré Gris.png"/>
          <p:cNvPicPr>
            <a:picLocks noChangeAspect="1"/>
          </p:cNvPicPr>
          <p:nvPr userDrawn="1"/>
        </p:nvPicPr>
        <p:blipFill>
          <a:blip r:embed="rId2" cstate="print"/>
          <a:srcRect r="23965" b="19860"/>
          <a:stretch>
            <a:fillRect/>
          </a:stretch>
        </p:blipFill>
        <p:spPr>
          <a:xfrm>
            <a:off x="7319342" y="1772816"/>
            <a:ext cx="4871071" cy="508518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521" y="908720"/>
            <a:ext cx="10971372" cy="576064"/>
          </a:xfrm>
        </p:spPr>
        <p:txBody>
          <a:bodyPr>
            <a:noAutofit/>
          </a:bodyPr>
          <a:lstStyle>
            <a:lvl1pPr algn="l">
              <a:defRPr sz="3200"/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11063759" y="255564"/>
            <a:ext cx="648074" cy="365125"/>
          </a:xfrm>
        </p:spPr>
        <p:txBody>
          <a:bodyPr/>
          <a:lstStyle>
            <a:lvl1pPr algn="r">
              <a:defRPr sz="1400"/>
            </a:lvl1pPr>
          </a:lstStyle>
          <a:p>
            <a:fld id="{3E54C9AA-1C71-4E24-B844-1057B81B3104}" type="slidenum">
              <a:rPr lang="fr-FR" smtClean="0"/>
              <a:pPr/>
              <a:t>‹N°›</a:t>
            </a:fld>
            <a:endParaRPr lang="fr-FR" dirty="0"/>
          </a:p>
        </p:txBody>
      </p:sp>
      <p:cxnSp>
        <p:nvCxnSpPr>
          <p:cNvPr id="10" name="Straight Connector 21"/>
          <p:cNvCxnSpPr/>
          <p:nvPr userDrawn="1"/>
        </p:nvCxnSpPr>
        <p:spPr>
          <a:xfrm>
            <a:off x="11063758" y="228600"/>
            <a:ext cx="0" cy="371475"/>
          </a:xfrm>
          <a:prstGeom prst="line">
            <a:avLst/>
          </a:prstGeom>
          <a:ln>
            <a:solidFill>
              <a:srgbClr val="F9B00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" name="Picture 2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78358" b="18751"/>
          <a:stretch/>
        </p:blipFill>
        <p:spPr bwMode="auto">
          <a:xfrm>
            <a:off x="457206" y="228604"/>
            <a:ext cx="409573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Connecteur droit 14"/>
          <p:cNvCxnSpPr/>
          <p:nvPr userDrawn="1"/>
        </p:nvCxnSpPr>
        <p:spPr>
          <a:xfrm>
            <a:off x="1" y="819150"/>
            <a:ext cx="1219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re 1"/>
          <p:cNvSpPr txBox="1">
            <a:spLocks/>
          </p:cNvSpPr>
          <p:nvPr userDrawn="1"/>
        </p:nvSpPr>
        <p:spPr>
          <a:xfrm>
            <a:off x="7319342" y="260648"/>
            <a:ext cx="3652029" cy="360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400" b="0" i="0" u="none" strike="noStrike" kern="1200" cap="none" spc="0" normalizeH="0" baseline="0" noProof="0" dirty="0">
              <a:ln>
                <a:noFill/>
              </a:ln>
              <a:solidFill>
                <a:srgbClr val="4E4541"/>
              </a:solidFill>
              <a:effectLst/>
              <a:uLnTx/>
              <a:uFillTx/>
              <a:latin typeface="+mn-lt"/>
              <a:ea typeface="+mj-ea"/>
              <a:cs typeface="+mj-cs"/>
            </a:endParaRPr>
          </a:p>
        </p:txBody>
      </p:sp>
      <p:sp>
        <p:nvSpPr>
          <p:cNvPr id="22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5015087" y="260648"/>
            <a:ext cx="5976664" cy="360040"/>
          </a:xfrm>
        </p:spPr>
        <p:txBody>
          <a:bodyPr anchor="ctr">
            <a:noAutofit/>
          </a:bodyPr>
          <a:lstStyle>
            <a:lvl1pPr marL="0" indent="0" algn="r">
              <a:buNone/>
              <a:defRPr sz="2000" b="0">
                <a:solidFill>
                  <a:srgbClr val="7FA4C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3" name="Espace réservé du contenu 3"/>
          <p:cNvSpPr>
            <a:spLocks noGrp="1"/>
          </p:cNvSpPr>
          <p:nvPr>
            <p:ph sz="half" idx="2"/>
          </p:nvPr>
        </p:nvSpPr>
        <p:spPr>
          <a:xfrm>
            <a:off x="609520" y="2708920"/>
            <a:ext cx="10958293" cy="3816424"/>
          </a:xfrm>
        </p:spPr>
        <p:txBody>
          <a:bodyPr wrap="square">
            <a:normAutofit/>
          </a:bodyPr>
          <a:lstStyle>
            <a:lvl1pPr marL="0" indent="0">
              <a:buNone/>
              <a:defRPr sz="1700">
                <a:solidFill>
                  <a:srgbClr val="4E4541"/>
                </a:solidFill>
              </a:defRPr>
            </a:lvl1pPr>
            <a:lvl2pPr>
              <a:defRPr sz="1700">
                <a:solidFill>
                  <a:srgbClr val="4E4541"/>
                </a:solidFill>
              </a:defRPr>
            </a:lvl2pPr>
            <a:lvl3pPr>
              <a:defRPr sz="1700">
                <a:solidFill>
                  <a:srgbClr val="4E4541"/>
                </a:solidFill>
              </a:defRPr>
            </a:lvl3pPr>
            <a:lvl4pPr>
              <a:defRPr sz="1700">
                <a:solidFill>
                  <a:srgbClr val="4E4541"/>
                </a:solidFill>
              </a:defRPr>
            </a:lvl4pPr>
            <a:lvl5pPr>
              <a:defRPr sz="1700">
                <a:solidFill>
                  <a:srgbClr val="4E454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3"/>
          </p:nvPr>
        </p:nvSpPr>
        <p:spPr>
          <a:xfrm>
            <a:off x="622302" y="1628776"/>
            <a:ext cx="10945812" cy="936129"/>
          </a:xfrm>
        </p:spPr>
        <p:txBody>
          <a:bodyPr>
            <a:normAutofit/>
          </a:bodyPr>
          <a:lstStyle>
            <a:lvl1pPr marL="0" indent="0">
              <a:buNone/>
              <a:defRPr sz="1700">
                <a:solidFill>
                  <a:srgbClr val="7FA4C6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</p:spTree>
  </p:cSld>
  <p:clrMapOvr>
    <a:masterClrMapping/>
  </p:clrMapOvr>
  <p:transition>
    <p:split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simple sur 2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14" descr="Liseré Gris.png"/>
          <p:cNvPicPr>
            <a:picLocks noChangeAspect="1"/>
          </p:cNvPicPr>
          <p:nvPr userDrawn="1"/>
        </p:nvPicPr>
        <p:blipFill>
          <a:blip r:embed="rId2" cstate="print"/>
          <a:srcRect r="23965" b="19860"/>
          <a:stretch>
            <a:fillRect/>
          </a:stretch>
        </p:blipFill>
        <p:spPr>
          <a:xfrm>
            <a:off x="7319342" y="1772816"/>
            <a:ext cx="4871071" cy="5085184"/>
          </a:xfrm>
          <a:prstGeom prst="rect">
            <a:avLst/>
          </a:prstGeom>
        </p:spPr>
      </p:pic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311233" y="1628800"/>
            <a:ext cx="5256583" cy="4925143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fr-FR" sz="1700" kern="1200" smtClean="0">
                <a:solidFill>
                  <a:srgbClr val="4E4541"/>
                </a:solidFill>
                <a:latin typeface="+mn-lt"/>
                <a:ea typeface="+mn-ea"/>
                <a:cs typeface="+mn-cs"/>
              </a:defRPr>
            </a:lvl1pPr>
            <a:lvl2pPr algn="l" defTabSz="914400" rtl="0" eaLnBrk="1" latinLnBrk="0" hangingPunct="1">
              <a:spcBef>
                <a:spcPct val="20000"/>
              </a:spcBef>
              <a:buFont typeface="Arial" pitchFamily="34" charset="0"/>
              <a:defRPr lang="fr-FR" sz="1700" kern="1200" smtClean="0">
                <a:solidFill>
                  <a:srgbClr val="4E4541"/>
                </a:solidFill>
                <a:latin typeface="+mn-lt"/>
                <a:ea typeface="+mn-ea"/>
                <a:cs typeface="+mn-cs"/>
              </a:defRPr>
            </a:lvl2pPr>
            <a:lvl3pPr algn="l" defTabSz="914400" rtl="0" eaLnBrk="1" latinLnBrk="0" hangingPunct="1">
              <a:spcBef>
                <a:spcPct val="20000"/>
              </a:spcBef>
              <a:buFont typeface="Arial" pitchFamily="34" charset="0"/>
              <a:defRPr lang="fr-FR" sz="1700" kern="1200" smtClean="0">
                <a:solidFill>
                  <a:srgbClr val="4E4541"/>
                </a:solidFill>
                <a:latin typeface="+mn-lt"/>
                <a:ea typeface="+mn-ea"/>
                <a:cs typeface="+mn-cs"/>
              </a:defRPr>
            </a:lvl3pPr>
            <a:lvl4pPr algn="l" defTabSz="914400" rtl="0" eaLnBrk="1" latinLnBrk="0" hangingPunct="1">
              <a:spcBef>
                <a:spcPct val="20000"/>
              </a:spcBef>
              <a:buFont typeface="Arial" pitchFamily="34" charset="0"/>
              <a:defRPr lang="fr-FR" sz="1700" kern="1200" smtClean="0">
                <a:solidFill>
                  <a:srgbClr val="4E4541"/>
                </a:solidFill>
                <a:latin typeface="+mn-lt"/>
                <a:ea typeface="+mn-ea"/>
                <a:cs typeface="+mn-cs"/>
              </a:defRPr>
            </a:lvl4pPr>
            <a:lvl5pPr algn="l" defTabSz="914400" rtl="0" eaLnBrk="1" latinLnBrk="0" hangingPunct="1">
              <a:spcBef>
                <a:spcPct val="20000"/>
              </a:spcBef>
              <a:buFont typeface="Arial" pitchFamily="34" charset="0"/>
              <a:defRPr lang="fr-FR" sz="1700" kern="1200" dirty="0" smtClean="0">
                <a:solidFill>
                  <a:srgbClr val="4E4541"/>
                </a:solidFill>
                <a:latin typeface="+mn-lt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22599" y="1628800"/>
            <a:ext cx="5256583" cy="4925143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fr-FR" sz="1700" kern="1200" smtClean="0">
                <a:solidFill>
                  <a:srgbClr val="4E4541"/>
                </a:solidFill>
                <a:latin typeface="+mn-lt"/>
                <a:ea typeface="+mn-ea"/>
                <a:cs typeface="+mn-cs"/>
              </a:defRPr>
            </a:lvl1pPr>
            <a:lvl2pPr algn="l" defTabSz="914400" rtl="0" eaLnBrk="1" latinLnBrk="0" hangingPunct="1">
              <a:spcBef>
                <a:spcPct val="20000"/>
              </a:spcBef>
              <a:buFont typeface="Arial" pitchFamily="34" charset="0"/>
              <a:defRPr lang="fr-FR" sz="1700" kern="1200" smtClean="0">
                <a:solidFill>
                  <a:srgbClr val="4E4541"/>
                </a:solidFill>
                <a:latin typeface="+mn-lt"/>
                <a:ea typeface="+mn-ea"/>
                <a:cs typeface="+mn-cs"/>
              </a:defRPr>
            </a:lvl2pPr>
            <a:lvl3pPr algn="l" defTabSz="914400" rtl="0" eaLnBrk="1" latinLnBrk="0" hangingPunct="1">
              <a:spcBef>
                <a:spcPct val="20000"/>
              </a:spcBef>
              <a:buFont typeface="Arial" pitchFamily="34" charset="0"/>
              <a:defRPr lang="fr-FR" sz="1700" kern="1200" smtClean="0">
                <a:solidFill>
                  <a:srgbClr val="4E4541"/>
                </a:solidFill>
                <a:latin typeface="+mn-lt"/>
                <a:ea typeface="+mn-ea"/>
                <a:cs typeface="+mn-cs"/>
              </a:defRPr>
            </a:lvl3pPr>
            <a:lvl4pPr algn="l" defTabSz="914400" rtl="0" eaLnBrk="1" latinLnBrk="0" hangingPunct="1">
              <a:spcBef>
                <a:spcPct val="20000"/>
              </a:spcBef>
              <a:buFont typeface="Arial" pitchFamily="34" charset="0"/>
              <a:defRPr lang="fr-FR" sz="1700" kern="1200" smtClean="0">
                <a:solidFill>
                  <a:srgbClr val="4E4541"/>
                </a:solidFill>
                <a:latin typeface="+mn-lt"/>
                <a:ea typeface="+mn-ea"/>
                <a:cs typeface="+mn-cs"/>
              </a:defRPr>
            </a:lvl4pPr>
            <a:lvl5pPr algn="l" defTabSz="914400" rtl="0" eaLnBrk="1" latinLnBrk="0" hangingPunct="1">
              <a:spcBef>
                <a:spcPct val="20000"/>
              </a:spcBef>
              <a:buFont typeface="Arial" pitchFamily="34" charset="0"/>
              <a:defRPr lang="fr-FR" sz="1700" kern="1200" smtClean="0">
                <a:solidFill>
                  <a:srgbClr val="4E4541"/>
                </a:solidFill>
                <a:latin typeface="+mn-lt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cxnSp>
        <p:nvCxnSpPr>
          <p:cNvPr id="9" name="Straight Connector 21"/>
          <p:cNvCxnSpPr/>
          <p:nvPr userDrawn="1"/>
        </p:nvCxnSpPr>
        <p:spPr>
          <a:xfrm>
            <a:off x="11063758" y="228600"/>
            <a:ext cx="0" cy="371475"/>
          </a:xfrm>
          <a:prstGeom prst="line">
            <a:avLst/>
          </a:prstGeom>
          <a:ln>
            <a:solidFill>
              <a:srgbClr val="F9B00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" name="Picture 2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78358" b="18751"/>
          <a:stretch/>
        </p:blipFill>
        <p:spPr bwMode="auto">
          <a:xfrm>
            <a:off x="457206" y="228604"/>
            <a:ext cx="409573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" name="Connecteur droit 10"/>
          <p:cNvCxnSpPr/>
          <p:nvPr userDrawn="1"/>
        </p:nvCxnSpPr>
        <p:spPr>
          <a:xfrm>
            <a:off x="1" y="819150"/>
            <a:ext cx="1219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re 1"/>
          <p:cNvSpPr txBox="1">
            <a:spLocks/>
          </p:cNvSpPr>
          <p:nvPr userDrawn="1"/>
        </p:nvSpPr>
        <p:spPr>
          <a:xfrm>
            <a:off x="7319342" y="260648"/>
            <a:ext cx="3652029" cy="360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400" b="0" i="0" u="none" strike="noStrike" kern="1200" cap="none" spc="0" normalizeH="0" baseline="0" noProof="0" dirty="0">
              <a:ln>
                <a:noFill/>
              </a:ln>
              <a:solidFill>
                <a:srgbClr val="4E4541"/>
              </a:solidFill>
              <a:effectLst/>
              <a:uLnTx/>
              <a:uFillTx/>
              <a:latin typeface="+mn-lt"/>
              <a:ea typeface="+mj-ea"/>
              <a:cs typeface="+mj-cs"/>
            </a:endParaRPr>
          </a:p>
        </p:txBody>
      </p:sp>
      <p:sp>
        <p:nvSpPr>
          <p:cNvPr id="13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5015087" y="260648"/>
            <a:ext cx="5976664" cy="360040"/>
          </a:xfrm>
        </p:spPr>
        <p:txBody>
          <a:bodyPr anchor="ctr">
            <a:noAutofit/>
          </a:bodyPr>
          <a:lstStyle>
            <a:lvl1pPr marL="0" indent="0" algn="r">
              <a:buNone/>
              <a:defRPr sz="2000" b="0">
                <a:solidFill>
                  <a:srgbClr val="7FA4C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4" name="Titre 1"/>
          <p:cNvSpPr>
            <a:spLocks noGrp="1"/>
          </p:cNvSpPr>
          <p:nvPr>
            <p:ph type="title"/>
          </p:nvPr>
        </p:nvSpPr>
        <p:spPr>
          <a:xfrm>
            <a:off x="609521" y="908720"/>
            <a:ext cx="10971372" cy="576064"/>
          </a:xfrm>
        </p:spPr>
        <p:txBody>
          <a:bodyPr>
            <a:noAutofit/>
          </a:bodyPr>
          <a:lstStyle>
            <a:lvl1pPr algn="l">
              <a:defRPr sz="3200"/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16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11063759" y="255564"/>
            <a:ext cx="648074" cy="365125"/>
          </a:xfrm>
        </p:spPr>
        <p:txBody>
          <a:bodyPr/>
          <a:lstStyle>
            <a:lvl1pPr algn="r">
              <a:defRPr sz="1400"/>
            </a:lvl1pPr>
          </a:lstStyle>
          <a:p>
            <a:fld id="{3E54C9AA-1C71-4E24-B844-1057B81B3104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split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simpl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14" descr="Liseré Gris.png"/>
          <p:cNvPicPr>
            <a:picLocks noChangeAspect="1"/>
          </p:cNvPicPr>
          <p:nvPr userDrawn="1"/>
        </p:nvPicPr>
        <p:blipFill>
          <a:blip r:embed="rId2" cstate="print"/>
          <a:srcRect r="23965" b="19860"/>
          <a:stretch>
            <a:fillRect/>
          </a:stretch>
        </p:blipFill>
        <p:spPr>
          <a:xfrm>
            <a:off x="7319342" y="1772816"/>
            <a:ext cx="4871071" cy="5085184"/>
          </a:xfrm>
          <a:prstGeom prst="rect">
            <a:avLst/>
          </a:prstGeom>
        </p:spPr>
      </p:pic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22599" y="1628800"/>
            <a:ext cx="5256583" cy="4925143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fr-FR" sz="1700" kern="1200" smtClean="0">
                <a:solidFill>
                  <a:srgbClr val="4E4541"/>
                </a:solidFill>
                <a:latin typeface="+mn-lt"/>
                <a:ea typeface="+mn-ea"/>
                <a:cs typeface="+mn-cs"/>
              </a:defRPr>
            </a:lvl1pPr>
            <a:lvl2pPr algn="l" defTabSz="914400" rtl="0" eaLnBrk="1" latinLnBrk="0" hangingPunct="1">
              <a:spcBef>
                <a:spcPct val="20000"/>
              </a:spcBef>
              <a:buFont typeface="Arial" pitchFamily="34" charset="0"/>
              <a:defRPr lang="fr-FR" sz="1700" kern="1200" smtClean="0">
                <a:solidFill>
                  <a:srgbClr val="4E4541"/>
                </a:solidFill>
                <a:latin typeface="+mn-lt"/>
                <a:ea typeface="+mn-ea"/>
                <a:cs typeface="+mn-cs"/>
              </a:defRPr>
            </a:lvl2pPr>
            <a:lvl3pPr algn="l" defTabSz="914400" rtl="0" eaLnBrk="1" latinLnBrk="0" hangingPunct="1">
              <a:spcBef>
                <a:spcPct val="20000"/>
              </a:spcBef>
              <a:buFont typeface="Arial" pitchFamily="34" charset="0"/>
              <a:defRPr lang="fr-FR" sz="1700" kern="1200" smtClean="0">
                <a:solidFill>
                  <a:srgbClr val="4E4541"/>
                </a:solidFill>
                <a:latin typeface="+mn-lt"/>
                <a:ea typeface="+mn-ea"/>
                <a:cs typeface="+mn-cs"/>
              </a:defRPr>
            </a:lvl3pPr>
            <a:lvl4pPr algn="l" defTabSz="914400" rtl="0" eaLnBrk="1" latinLnBrk="0" hangingPunct="1">
              <a:spcBef>
                <a:spcPct val="20000"/>
              </a:spcBef>
              <a:buFont typeface="Arial" pitchFamily="34" charset="0"/>
              <a:defRPr lang="fr-FR" sz="1700" kern="1200" smtClean="0">
                <a:solidFill>
                  <a:srgbClr val="4E4541"/>
                </a:solidFill>
                <a:latin typeface="+mn-lt"/>
                <a:ea typeface="+mn-ea"/>
                <a:cs typeface="+mn-cs"/>
              </a:defRPr>
            </a:lvl4pPr>
            <a:lvl5pPr algn="l" defTabSz="914400" rtl="0" eaLnBrk="1" latinLnBrk="0" hangingPunct="1">
              <a:spcBef>
                <a:spcPct val="20000"/>
              </a:spcBef>
              <a:buFont typeface="Arial" pitchFamily="34" charset="0"/>
              <a:defRPr lang="fr-FR" sz="1700" kern="1200" smtClean="0">
                <a:solidFill>
                  <a:srgbClr val="4E4541"/>
                </a:solidFill>
                <a:latin typeface="+mn-lt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cxnSp>
        <p:nvCxnSpPr>
          <p:cNvPr id="9" name="Straight Connector 21"/>
          <p:cNvCxnSpPr/>
          <p:nvPr userDrawn="1"/>
        </p:nvCxnSpPr>
        <p:spPr>
          <a:xfrm>
            <a:off x="11063758" y="228600"/>
            <a:ext cx="0" cy="371475"/>
          </a:xfrm>
          <a:prstGeom prst="line">
            <a:avLst/>
          </a:prstGeom>
          <a:ln>
            <a:solidFill>
              <a:srgbClr val="F9B00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" name="Picture 2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78358" b="18751"/>
          <a:stretch/>
        </p:blipFill>
        <p:spPr bwMode="auto">
          <a:xfrm>
            <a:off x="457206" y="228604"/>
            <a:ext cx="409573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" name="Connecteur droit 10"/>
          <p:cNvCxnSpPr/>
          <p:nvPr userDrawn="1"/>
        </p:nvCxnSpPr>
        <p:spPr>
          <a:xfrm>
            <a:off x="1" y="819150"/>
            <a:ext cx="1219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re 1"/>
          <p:cNvSpPr txBox="1">
            <a:spLocks/>
          </p:cNvSpPr>
          <p:nvPr userDrawn="1"/>
        </p:nvSpPr>
        <p:spPr>
          <a:xfrm>
            <a:off x="7319342" y="260648"/>
            <a:ext cx="3652029" cy="360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400" b="0" i="0" u="none" strike="noStrike" kern="1200" cap="none" spc="0" normalizeH="0" baseline="0" noProof="0" dirty="0">
              <a:ln>
                <a:noFill/>
              </a:ln>
              <a:solidFill>
                <a:srgbClr val="4E4541"/>
              </a:solidFill>
              <a:effectLst/>
              <a:uLnTx/>
              <a:uFillTx/>
              <a:latin typeface="+mn-lt"/>
              <a:ea typeface="+mj-ea"/>
              <a:cs typeface="+mj-cs"/>
            </a:endParaRPr>
          </a:p>
        </p:txBody>
      </p:sp>
      <p:sp>
        <p:nvSpPr>
          <p:cNvPr id="13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5015087" y="260648"/>
            <a:ext cx="5976664" cy="360040"/>
          </a:xfrm>
        </p:spPr>
        <p:txBody>
          <a:bodyPr anchor="ctr">
            <a:noAutofit/>
          </a:bodyPr>
          <a:lstStyle>
            <a:lvl1pPr marL="0" indent="0" algn="r">
              <a:buNone/>
              <a:defRPr sz="2000" b="0">
                <a:solidFill>
                  <a:srgbClr val="7FA4C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4" name="Titre 1"/>
          <p:cNvSpPr>
            <a:spLocks noGrp="1"/>
          </p:cNvSpPr>
          <p:nvPr>
            <p:ph type="title"/>
          </p:nvPr>
        </p:nvSpPr>
        <p:spPr>
          <a:xfrm>
            <a:off x="609521" y="908720"/>
            <a:ext cx="10971372" cy="576064"/>
          </a:xfrm>
        </p:spPr>
        <p:txBody>
          <a:bodyPr>
            <a:noAutofit/>
          </a:bodyPr>
          <a:lstStyle>
            <a:lvl1pPr algn="l">
              <a:defRPr sz="3200"/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16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11063759" y="255564"/>
            <a:ext cx="648074" cy="365125"/>
          </a:xfrm>
        </p:spPr>
        <p:txBody>
          <a:bodyPr/>
          <a:lstStyle>
            <a:lvl1pPr algn="r">
              <a:defRPr sz="1400"/>
            </a:lvl1pPr>
          </a:lstStyle>
          <a:p>
            <a:fld id="{3E54C9AA-1C71-4E24-B844-1057B81B3104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8" name="Espace réservé pour une image  17"/>
          <p:cNvSpPr>
            <a:spLocks noGrp="1"/>
          </p:cNvSpPr>
          <p:nvPr>
            <p:ph type="pic" sz="quarter" idx="13"/>
          </p:nvPr>
        </p:nvSpPr>
        <p:spPr>
          <a:xfrm>
            <a:off x="6311231" y="1628775"/>
            <a:ext cx="5256214" cy="489585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</p:spTree>
  </p:cSld>
  <p:clrMapOvr>
    <a:masterClrMapping/>
  </p:clrMapOvr>
  <p:transition>
    <p:split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avec introduction + image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14" descr="Liseré Gris.png"/>
          <p:cNvPicPr>
            <a:picLocks noChangeAspect="1"/>
          </p:cNvPicPr>
          <p:nvPr userDrawn="1"/>
        </p:nvPicPr>
        <p:blipFill>
          <a:blip r:embed="rId2" cstate="print"/>
          <a:srcRect r="23965" b="19860"/>
          <a:stretch>
            <a:fillRect/>
          </a:stretch>
        </p:blipFill>
        <p:spPr>
          <a:xfrm>
            <a:off x="7319342" y="1772816"/>
            <a:ext cx="4871071" cy="5085184"/>
          </a:xfrm>
          <a:prstGeom prst="rect">
            <a:avLst/>
          </a:prstGeom>
        </p:spPr>
      </p:pic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23199" y="1628800"/>
            <a:ext cx="5544617" cy="496855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fr-FR" sz="1700" kern="1200" smtClean="0">
                <a:solidFill>
                  <a:srgbClr val="4E4541"/>
                </a:solidFill>
                <a:latin typeface="+mn-lt"/>
                <a:ea typeface="+mn-ea"/>
                <a:cs typeface="+mn-cs"/>
              </a:defRPr>
            </a:lvl1pPr>
            <a:lvl2pPr algn="l" defTabSz="914400" rtl="0" eaLnBrk="1" latinLnBrk="0" hangingPunct="1">
              <a:spcBef>
                <a:spcPct val="20000"/>
              </a:spcBef>
              <a:buFont typeface="Arial" pitchFamily="34" charset="0"/>
              <a:defRPr lang="fr-FR" sz="1700" kern="1200" smtClean="0">
                <a:solidFill>
                  <a:srgbClr val="4E4541"/>
                </a:solidFill>
                <a:latin typeface="+mn-lt"/>
                <a:ea typeface="+mn-ea"/>
                <a:cs typeface="+mn-cs"/>
              </a:defRPr>
            </a:lvl2pPr>
            <a:lvl3pPr algn="l" defTabSz="914400" rtl="0" eaLnBrk="1" latinLnBrk="0" hangingPunct="1">
              <a:spcBef>
                <a:spcPct val="20000"/>
              </a:spcBef>
              <a:buFont typeface="Arial" pitchFamily="34" charset="0"/>
              <a:defRPr lang="fr-FR" sz="1700" kern="1200" smtClean="0">
                <a:solidFill>
                  <a:srgbClr val="4E4541"/>
                </a:solidFill>
                <a:latin typeface="+mn-lt"/>
                <a:ea typeface="+mn-ea"/>
                <a:cs typeface="+mn-cs"/>
              </a:defRPr>
            </a:lvl3pPr>
            <a:lvl4pPr algn="l" defTabSz="914400" rtl="0" eaLnBrk="1" latinLnBrk="0" hangingPunct="1">
              <a:spcBef>
                <a:spcPct val="20000"/>
              </a:spcBef>
              <a:buFont typeface="Arial" pitchFamily="34" charset="0"/>
              <a:defRPr lang="fr-FR" sz="1700" kern="1200" smtClean="0">
                <a:solidFill>
                  <a:srgbClr val="4E4541"/>
                </a:solidFill>
                <a:latin typeface="+mn-lt"/>
                <a:ea typeface="+mn-ea"/>
                <a:cs typeface="+mn-cs"/>
              </a:defRPr>
            </a:lvl4pPr>
            <a:lvl5pPr algn="l" defTabSz="914400" rtl="0" eaLnBrk="1" latinLnBrk="0" hangingPunct="1">
              <a:spcBef>
                <a:spcPct val="20000"/>
              </a:spcBef>
              <a:buFont typeface="Arial" pitchFamily="34" charset="0"/>
              <a:defRPr lang="fr-FR" sz="1700" kern="1200" smtClean="0">
                <a:solidFill>
                  <a:srgbClr val="4E4541"/>
                </a:solidFill>
                <a:latin typeface="+mn-lt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cxnSp>
        <p:nvCxnSpPr>
          <p:cNvPr id="9" name="Straight Connector 21"/>
          <p:cNvCxnSpPr/>
          <p:nvPr userDrawn="1"/>
        </p:nvCxnSpPr>
        <p:spPr>
          <a:xfrm>
            <a:off x="11063758" y="228600"/>
            <a:ext cx="0" cy="371475"/>
          </a:xfrm>
          <a:prstGeom prst="line">
            <a:avLst/>
          </a:prstGeom>
          <a:ln>
            <a:solidFill>
              <a:srgbClr val="F9B00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" name="Picture 2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78358" b="18751"/>
          <a:stretch/>
        </p:blipFill>
        <p:spPr bwMode="auto">
          <a:xfrm>
            <a:off x="457206" y="228604"/>
            <a:ext cx="409573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" name="Connecteur droit 10"/>
          <p:cNvCxnSpPr/>
          <p:nvPr userDrawn="1"/>
        </p:nvCxnSpPr>
        <p:spPr>
          <a:xfrm>
            <a:off x="1" y="819150"/>
            <a:ext cx="1219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re 1"/>
          <p:cNvSpPr txBox="1">
            <a:spLocks/>
          </p:cNvSpPr>
          <p:nvPr userDrawn="1"/>
        </p:nvSpPr>
        <p:spPr>
          <a:xfrm>
            <a:off x="7319342" y="260648"/>
            <a:ext cx="3652029" cy="360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400" b="0" i="0" u="none" strike="noStrike" kern="1200" cap="none" spc="0" normalizeH="0" baseline="0" noProof="0" dirty="0">
              <a:ln>
                <a:noFill/>
              </a:ln>
              <a:solidFill>
                <a:srgbClr val="4E4541"/>
              </a:solidFill>
              <a:effectLst/>
              <a:uLnTx/>
              <a:uFillTx/>
              <a:latin typeface="+mn-lt"/>
              <a:ea typeface="+mj-ea"/>
              <a:cs typeface="+mj-cs"/>
            </a:endParaRPr>
          </a:p>
        </p:txBody>
      </p:sp>
      <p:sp>
        <p:nvSpPr>
          <p:cNvPr id="13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5015087" y="260648"/>
            <a:ext cx="5976664" cy="360040"/>
          </a:xfrm>
        </p:spPr>
        <p:txBody>
          <a:bodyPr anchor="ctr">
            <a:noAutofit/>
          </a:bodyPr>
          <a:lstStyle>
            <a:lvl1pPr marL="0" indent="0" algn="r">
              <a:buNone/>
              <a:defRPr sz="2000" b="0">
                <a:solidFill>
                  <a:srgbClr val="7FA4C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4" name="Titre 1"/>
          <p:cNvSpPr>
            <a:spLocks noGrp="1"/>
          </p:cNvSpPr>
          <p:nvPr>
            <p:ph type="title"/>
          </p:nvPr>
        </p:nvSpPr>
        <p:spPr>
          <a:xfrm>
            <a:off x="609521" y="908720"/>
            <a:ext cx="10971372" cy="576064"/>
          </a:xfrm>
        </p:spPr>
        <p:txBody>
          <a:bodyPr>
            <a:noAutofit/>
          </a:bodyPr>
          <a:lstStyle>
            <a:lvl1pPr algn="l">
              <a:defRPr sz="3200"/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16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11063759" y="255564"/>
            <a:ext cx="648074" cy="365125"/>
          </a:xfrm>
        </p:spPr>
        <p:txBody>
          <a:bodyPr/>
          <a:lstStyle>
            <a:lvl1pPr algn="r">
              <a:defRPr sz="1400"/>
            </a:lvl1pPr>
          </a:lstStyle>
          <a:p>
            <a:fld id="{3E54C9AA-1C71-4E24-B844-1057B81B3104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8" name="Espace réservé pour une image  17"/>
          <p:cNvSpPr>
            <a:spLocks noGrp="1"/>
          </p:cNvSpPr>
          <p:nvPr>
            <p:ph type="pic" sz="quarter" idx="13"/>
          </p:nvPr>
        </p:nvSpPr>
        <p:spPr>
          <a:xfrm>
            <a:off x="622599" y="2708920"/>
            <a:ext cx="5256214" cy="3888432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17" name="Espace réservé du contenu 3"/>
          <p:cNvSpPr>
            <a:spLocks noGrp="1"/>
          </p:cNvSpPr>
          <p:nvPr>
            <p:ph sz="half" idx="14"/>
          </p:nvPr>
        </p:nvSpPr>
        <p:spPr>
          <a:xfrm>
            <a:off x="622599" y="1628801"/>
            <a:ext cx="5256583" cy="864096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fr-FR" sz="1700" kern="1200" smtClean="0">
                <a:solidFill>
                  <a:srgbClr val="7FA4C6"/>
                </a:solidFill>
                <a:latin typeface="+mn-lt"/>
                <a:ea typeface="+mn-ea"/>
                <a:cs typeface="+mn-cs"/>
              </a:defRPr>
            </a:lvl1pPr>
            <a:lvl2pPr algn="l" defTabSz="914400" rtl="0" eaLnBrk="1" latinLnBrk="0" hangingPunct="1">
              <a:spcBef>
                <a:spcPct val="20000"/>
              </a:spcBef>
              <a:buFont typeface="Arial" pitchFamily="34" charset="0"/>
              <a:defRPr lang="fr-FR" sz="1700" kern="1200" smtClean="0">
                <a:solidFill>
                  <a:srgbClr val="4E4541"/>
                </a:solidFill>
                <a:latin typeface="+mn-lt"/>
                <a:ea typeface="+mn-ea"/>
                <a:cs typeface="+mn-cs"/>
              </a:defRPr>
            </a:lvl2pPr>
            <a:lvl3pPr algn="l" defTabSz="914400" rtl="0" eaLnBrk="1" latinLnBrk="0" hangingPunct="1">
              <a:spcBef>
                <a:spcPct val="20000"/>
              </a:spcBef>
              <a:buFont typeface="Arial" pitchFamily="34" charset="0"/>
              <a:defRPr lang="fr-FR" sz="1700" kern="1200" smtClean="0">
                <a:solidFill>
                  <a:srgbClr val="4E4541"/>
                </a:solidFill>
                <a:latin typeface="+mn-lt"/>
                <a:ea typeface="+mn-ea"/>
                <a:cs typeface="+mn-cs"/>
              </a:defRPr>
            </a:lvl3pPr>
            <a:lvl4pPr algn="l" defTabSz="914400" rtl="0" eaLnBrk="1" latinLnBrk="0" hangingPunct="1">
              <a:spcBef>
                <a:spcPct val="20000"/>
              </a:spcBef>
              <a:buFont typeface="Arial" pitchFamily="34" charset="0"/>
              <a:defRPr lang="fr-FR" sz="1700" kern="1200" smtClean="0">
                <a:solidFill>
                  <a:srgbClr val="4E4541"/>
                </a:solidFill>
                <a:latin typeface="+mn-lt"/>
                <a:ea typeface="+mn-ea"/>
                <a:cs typeface="+mn-cs"/>
              </a:defRPr>
            </a:lvl4pPr>
            <a:lvl5pPr algn="l" defTabSz="914400" rtl="0" eaLnBrk="1" latinLnBrk="0" hangingPunct="1">
              <a:spcBef>
                <a:spcPct val="20000"/>
              </a:spcBef>
              <a:buFont typeface="Arial" pitchFamily="34" charset="0"/>
              <a:defRPr lang="fr-FR" sz="1700" kern="1200" smtClean="0">
                <a:solidFill>
                  <a:srgbClr val="4E4541"/>
                </a:solidFill>
                <a:latin typeface="+mn-lt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</p:spTree>
  </p:cSld>
  <p:clrMapOvr>
    <a:masterClrMapping/>
  </p:clrMapOvr>
  <p:transition>
    <p:split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 23" descr="Liseré Gris.png"/>
          <p:cNvPicPr>
            <a:picLocks noChangeAspect="1"/>
          </p:cNvPicPr>
          <p:nvPr userDrawn="1"/>
        </p:nvPicPr>
        <p:blipFill>
          <a:blip r:embed="rId2" cstate="print"/>
          <a:srcRect r="23965" b="19860"/>
          <a:stretch>
            <a:fillRect/>
          </a:stretch>
        </p:blipFill>
        <p:spPr>
          <a:xfrm>
            <a:off x="7319342" y="1772816"/>
            <a:ext cx="4871071" cy="508518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521" y="908720"/>
            <a:ext cx="10971372" cy="576064"/>
          </a:xfrm>
        </p:spPr>
        <p:txBody>
          <a:bodyPr>
            <a:noAutofit/>
          </a:bodyPr>
          <a:lstStyle>
            <a:lvl1pPr algn="l">
              <a:defRPr sz="3200"/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11063759" y="255564"/>
            <a:ext cx="648074" cy="365125"/>
          </a:xfrm>
        </p:spPr>
        <p:txBody>
          <a:bodyPr/>
          <a:lstStyle>
            <a:lvl1pPr algn="r">
              <a:defRPr sz="1400"/>
            </a:lvl1pPr>
          </a:lstStyle>
          <a:p>
            <a:fld id="{3E54C9AA-1C71-4E24-B844-1057B81B3104}" type="slidenum">
              <a:rPr lang="fr-FR" smtClean="0"/>
              <a:pPr/>
              <a:t>‹N°›</a:t>
            </a:fld>
            <a:endParaRPr lang="fr-FR" dirty="0"/>
          </a:p>
        </p:txBody>
      </p:sp>
      <p:cxnSp>
        <p:nvCxnSpPr>
          <p:cNvPr id="10" name="Straight Connector 21"/>
          <p:cNvCxnSpPr/>
          <p:nvPr userDrawn="1"/>
        </p:nvCxnSpPr>
        <p:spPr>
          <a:xfrm>
            <a:off x="11063758" y="228600"/>
            <a:ext cx="0" cy="371475"/>
          </a:xfrm>
          <a:prstGeom prst="line">
            <a:avLst/>
          </a:prstGeom>
          <a:ln>
            <a:solidFill>
              <a:srgbClr val="F9B00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" name="Picture 2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78358" b="18751"/>
          <a:stretch/>
        </p:blipFill>
        <p:spPr bwMode="auto">
          <a:xfrm>
            <a:off x="457206" y="228604"/>
            <a:ext cx="409573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Connecteur droit 14"/>
          <p:cNvCxnSpPr/>
          <p:nvPr userDrawn="1"/>
        </p:nvCxnSpPr>
        <p:spPr>
          <a:xfrm>
            <a:off x="1" y="819150"/>
            <a:ext cx="1219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re 1"/>
          <p:cNvSpPr txBox="1">
            <a:spLocks/>
          </p:cNvSpPr>
          <p:nvPr userDrawn="1"/>
        </p:nvSpPr>
        <p:spPr>
          <a:xfrm>
            <a:off x="7319342" y="260648"/>
            <a:ext cx="3652029" cy="360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400" b="0" i="0" u="none" strike="noStrike" kern="1200" cap="none" spc="0" normalizeH="0" baseline="0" noProof="0" dirty="0">
              <a:ln>
                <a:noFill/>
              </a:ln>
              <a:solidFill>
                <a:srgbClr val="4E4541"/>
              </a:solidFill>
              <a:effectLst/>
              <a:uLnTx/>
              <a:uFillTx/>
              <a:latin typeface="+mn-lt"/>
              <a:ea typeface="+mj-ea"/>
              <a:cs typeface="+mj-cs"/>
            </a:endParaRPr>
          </a:p>
        </p:txBody>
      </p:sp>
      <p:sp>
        <p:nvSpPr>
          <p:cNvPr id="22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5015087" y="260648"/>
            <a:ext cx="5976664" cy="360040"/>
          </a:xfrm>
        </p:spPr>
        <p:txBody>
          <a:bodyPr anchor="ctr">
            <a:noAutofit/>
          </a:bodyPr>
          <a:lstStyle>
            <a:lvl1pPr marL="0" indent="0" algn="r">
              <a:buNone/>
              <a:defRPr sz="2000" b="0">
                <a:solidFill>
                  <a:srgbClr val="7FA4C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2" name="Espace réservé du graphique 11"/>
          <p:cNvSpPr>
            <a:spLocks noGrp="1"/>
          </p:cNvSpPr>
          <p:nvPr>
            <p:ph type="chart" sz="quarter" idx="13"/>
          </p:nvPr>
        </p:nvSpPr>
        <p:spPr>
          <a:xfrm>
            <a:off x="622598" y="1628775"/>
            <a:ext cx="10945516" cy="4895850"/>
          </a:xfrm>
        </p:spPr>
        <p:txBody>
          <a:bodyPr/>
          <a:lstStyle/>
          <a:p>
            <a:r>
              <a:rPr lang="fr-FR"/>
              <a:t>Cliquez sur l'icône pour ajouter un graphique</a:t>
            </a:r>
          </a:p>
        </p:txBody>
      </p:sp>
    </p:spTree>
  </p:cSld>
  <p:clrMapOvr>
    <a:masterClrMapping/>
  </p:clrMapOvr>
  <p:transition>
    <p:split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saï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521" y="908720"/>
            <a:ext cx="10971372" cy="576064"/>
          </a:xfrm>
        </p:spPr>
        <p:txBody>
          <a:bodyPr>
            <a:noAutofit/>
          </a:bodyPr>
          <a:lstStyle>
            <a:lvl1pPr algn="l">
              <a:defRPr sz="3200"/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cxnSp>
        <p:nvCxnSpPr>
          <p:cNvPr id="10" name="Straight Connector 21"/>
          <p:cNvCxnSpPr/>
          <p:nvPr userDrawn="1"/>
        </p:nvCxnSpPr>
        <p:spPr>
          <a:xfrm>
            <a:off x="11063758" y="228600"/>
            <a:ext cx="0" cy="371475"/>
          </a:xfrm>
          <a:prstGeom prst="line">
            <a:avLst/>
          </a:prstGeom>
          <a:ln>
            <a:solidFill>
              <a:srgbClr val="F9B00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" name="Picture 2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78358" b="18751"/>
          <a:stretch/>
        </p:blipFill>
        <p:spPr bwMode="auto">
          <a:xfrm>
            <a:off x="457206" y="228604"/>
            <a:ext cx="409573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Connecteur droit 14"/>
          <p:cNvCxnSpPr/>
          <p:nvPr userDrawn="1"/>
        </p:nvCxnSpPr>
        <p:spPr>
          <a:xfrm>
            <a:off x="1" y="819150"/>
            <a:ext cx="1219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re 1"/>
          <p:cNvSpPr txBox="1">
            <a:spLocks/>
          </p:cNvSpPr>
          <p:nvPr userDrawn="1"/>
        </p:nvSpPr>
        <p:spPr>
          <a:xfrm>
            <a:off x="7319342" y="260648"/>
            <a:ext cx="3652029" cy="360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400" b="0" i="0" u="none" strike="noStrike" kern="1200" cap="none" spc="0" normalizeH="0" baseline="0" noProof="0" dirty="0">
              <a:ln>
                <a:noFill/>
              </a:ln>
              <a:solidFill>
                <a:srgbClr val="4E4541"/>
              </a:solidFill>
              <a:effectLst/>
              <a:uLnTx/>
              <a:uFillTx/>
              <a:latin typeface="+mn-lt"/>
              <a:ea typeface="+mj-ea"/>
              <a:cs typeface="+mj-cs"/>
            </a:endParaRPr>
          </a:p>
        </p:txBody>
      </p:sp>
      <p:sp>
        <p:nvSpPr>
          <p:cNvPr id="22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5015087" y="260648"/>
            <a:ext cx="5976664" cy="360040"/>
          </a:xfrm>
        </p:spPr>
        <p:txBody>
          <a:bodyPr anchor="ctr">
            <a:noAutofit/>
          </a:bodyPr>
          <a:lstStyle>
            <a:lvl1pPr marL="0" indent="0" algn="r">
              <a:buNone/>
              <a:defRPr sz="2000" b="0">
                <a:solidFill>
                  <a:srgbClr val="7FA4C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pic>
        <p:nvPicPr>
          <p:cNvPr id="24" name="Image 23" descr="Liseré Gris.png"/>
          <p:cNvPicPr>
            <a:picLocks noChangeAspect="1"/>
          </p:cNvPicPr>
          <p:nvPr userDrawn="1"/>
        </p:nvPicPr>
        <p:blipFill>
          <a:blip r:embed="rId3" cstate="print"/>
          <a:srcRect r="23965" b="19860"/>
          <a:stretch>
            <a:fillRect/>
          </a:stretch>
        </p:blipFill>
        <p:spPr>
          <a:xfrm>
            <a:off x="7319342" y="1772816"/>
            <a:ext cx="4871071" cy="5085184"/>
          </a:xfrm>
          <a:prstGeom prst="rect">
            <a:avLst/>
          </a:prstGeom>
        </p:spPr>
      </p:pic>
      <p:sp>
        <p:nvSpPr>
          <p:cNvPr id="11" name="Rectangle 10"/>
          <p:cNvSpPr>
            <a:spLocks noChangeAspect="1"/>
          </p:cNvSpPr>
          <p:nvPr userDrawn="1"/>
        </p:nvSpPr>
        <p:spPr>
          <a:xfrm>
            <a:off x="4367014" y="1772817"/>
            <a:ext cx="3672407" cy="2372809"/>
          </a:xfrm>
          <a:prstGeom prst="rect">
            <a:avLst/>
          </a:prstGeom>
          <a:solidFill>
            <a:srgbClr val="7FA4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/>
          <p:cNvSpPr>
            <a:spLocks noChangeAspect="1"/>
          </p:cNvSpPr>
          <p:nvPr userDrawn="1"/>
        </p:nvSpPr>
        <p:spPr>
          <a:xfrm>
            <a:off x="0" y="4485192"/>
            <a:ext cx="3672407" cy="2372809"/>
          </a:xfrm>
          <a:prstGeom prst="rect">
            <a:avLst/>
          </a:prstGeom>
          <a:solidFill>
            <a:srgbClr val="F9B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/>
          <p:cNvSpPr>
            <a:spLocks noChangeAspect="1"/>
          </p:cNvSpPr>
          <p:nvPr userDrawn="1"/>
        </p:nvSpPr>
        <p:spPr>
          <a:xfrm>
            <a:off x="8518006" y="4485192"/>
            <a:ext cx="3672407" cy="237280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Espace réservé pour une image  17"/>
          <p:cNvSpPr>
            <a:spLocks noGrp="1"/>
          </p:cNvSpPr>
          <p:nvPr>
            <p:ph type="pic" sz="quarter" idx="13"/>
          </p:nvPr>
        </p:nvSpPr>
        <p:spPr>
          <a:xfrm>
            <a:off x="0" y="1772816"/>
            <a:ext cx="3672407" cy="2376264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19" name="Espace réservé pour une image  17"/>
          <p:cNvSpPr>
            <a:spLocks noGrp="1"/>
          </p:cNvSpPr>
          <p:nvPr>
            <p:ph type="pic" sz="quarter" idx="14"/>
          </p:nvPr>
        </p:nvSpPr>
        <p:spPr>
          <a:xfrm>
            <a:off x="4367014" y="4481736"/>
            <a:ext cx="3672407" cy="2376264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20" name="Espace réservé pour une image  17"/>
          <p:cNvSpPr>
            <a:spLocks noGrp="1"/>
          </p:cNvSpPr>
          <p:nvPr>
            <p:ph type="pic" sz="quarter" idx="15"/>
          </p:nvPr>
        </p:nvSpPr>
        <p:spPr>
          <a:xfrm>
            <a:off x="8518006" y="1772816"/>
            <a:ext cx="3672407" cy="2376264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26" name="Espace réservé du texte 24"/>
          <p:cNvSpPr>
            <a:spLocks noGrp="1"/>
          </p:cNvSpPr>
          <p:nvPr>
            <p:ph type="body" sz="quarter" idx="17"/>
          </p:nvPr>
        </p:nvSpPr>
        <p:spPr>
          <a:xfrm>
            <a:off x="4871072" y="2060849"/>
            <a:ext cx="2665411" cy="1871663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0" indent="0" algn="ctr">
              <a:buNone/>
              <a:defRPr sz="1000">
                <a:solidFill>
                  <a:schemeClr val="bg1"/>
                </a:solidFill>
              </a:defRPr>
            </a:lvl2pPr>
            <a:lvl3pPr algn="ctr">
              <a:buNone/>
              <a:defRPr sz="1000">
                <a:solidFill>
                  <a:schemeClr val="bg1"/>
                </a:solidFill>
              </a:defRPr>
            </a:lvl3pPr>
            <a:lvl4pPr algn="ctr">
              <a:buNone/>
              <a:defRPr sz="1000">
                <a:solidFill>
                  <a:schemeClr val="bg1"/>
                </a:solidFill>
              </a:defRPr>
            </a:lvl4pPr>
            <a:lvl5pPr algn="ctr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1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11063759" y="255564"/>
            <a:ext cx="648074" cy="365125"/>
          </a:xfrm>
        </p:spPr>
        <p:txBody>
          <a:bodyPr/>
          <a:lstStyle>
            <a:lvl1pPr algn="r">
              <a:defRPr sz="1400"/>
            </a:lvl1pPr>
          </a:lstStyle>
          <a:p>
            <a:fld id="{3E54C9AA-1C71-4E24-B844-1057B81B3104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23" name="Espace réservé du texte 24"/>
          <p:cNvSpPr>
            <a:spLocks noGrp="1"/>
          </p:cNvSpPr>
          <p:nvPr>
            <p:ph type="body" sz="quarter" idx="18"/>
          </p:nvPr>
        </p:nvSpPr>
        <p:spPr>
          <a:xfrm>
            <a:off x="478584" y="4725144"/>
            <a:ext cx="2665411" cy="1871663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0" indent="0" algn="ctr">
              <a:buNone/>
              <a:defRPr sz="1000">
                <a:solidFill>
                  <a:schemeClr val="bg1"/>
                </a:solidFill>
              </a:defRPr>
            </a:lvl2pPr>
            <a:lvl3pPr algn="ctr">
              <a:buNone/>
              <a:defRPr sz="1000">
                <a:solidFill>
                  <a:schemeClr val="bg1"/>
                </a:solidFill>
              </a:defRPr>
            </a:lvl3pPr>
            <a:lvl4pPr algn="ctr">
              <a:buNone/>
              <a:defRPr sz="1000">
                <a:solidFill>
                  <a:schemeClr val="bg1"/>
                </a:solidFill>
              </a:defRPr>
            </a:lvl4pPr>
            <a:lvl5pPr algn="ctr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8" name="Espace réservé du texte 24"/>
          <p:cNvSpPr>
            <a:spLocks noGrp="1"/>
          </p:cNvSpPr>
          <p:nvPr>
            <p:ph type="body" sz="quarter" idx="19"/>
          </p:nvPr>
        </p:nvSpPr>
        <p:spPr>
          <a:xfrm>
            <a:off x="9119543" y="4725144"/>
            <a:ext cx="2665411" cy="1871663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0" indent="0" algn="ctr">
              <a:buNone/>
              <a:defRPr sz="1000">
                <a:solidFill>
                  <a:schemeClr val="bg1"/>
                </a:solidFill>
              </a:defRPr>
            </a:lvl2pPr>
            <a:lvl3pPr algn="ctr">
              <a:buNone/>
              <a:defRPr sz="1000">
                <a:solidFill>
                  <a:schemeClr val="bg1"/>
                </a:solidFill>
              </a:defRPr>
            </a:lvl3pPr>
            <a:lvl4pPr algn="ctr">
              <a:buNone/>
              <a:defRPr sz="1000">
                <a:solidFill>
                  <a:schemeClr val="bg1"/>
                </a:solidFill>
              </a:defRPr>
            </a:lvl4pPr>
            <a:lvl5pPr algn="ctr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</p:spTree>
  </p:cSld>
  <p:clrMapOvr>
    <a:masterClrMapping/>
  </p:clrMapOvr>
  <p:transition>
    <p:split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Espace réservé pour une image  31"/>
          <p:cNvSpPr>
            <a:spLocks noGrp="1"/>
          </p:cNvSpPr>
          <p:nvPr>
            <p:ph type="pic" sz="quarter" idx="11"/>
          </p:nvPr>
        </p:nvSpPr>
        <p:spPr>
          <a:xfrm>
            <a:off x="0" y="836614"/>
            <a:ext cx="12190413" cy="6021387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cxnSp>
        <p:nvCxnSpPr>
          <p:cNvPr id="11" name="Straight Connector 21"/>
          <p:cNvCxnSpPr/>
          <p:nvPr userDrawn="1"/>
        </p:nvCxnSpPr>
        <p:spPr>
          <a:xfrm>
            <a:off x="11063758" y="228600"/>
            <a:ext cx="0" cy="371475"/>
          </a:xfrm>
          <a:prstGeom prst="line">
            <a:avLst/>
          </a:prstGeom>
          <a:ln>
            <a:solidFill>
              <a:srgbClr val="F9B00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Picture 2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78358" b="18751"/>
          <a:stretch/>
        </p:blipFill>
        <p:spPr bwMode="auto">
          <a:xfrm>
            <a:off x="457206" y="228604"/>
            <a:ext cx="409573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Connecteur droit 12"/>
          <p:cNvCxnSpPr/>
          <p:nvPr userDrawn="1"/>
        </p:nvCxnSpPr>
        <p:spPr>
          <a:xfrm>
            <a:off x="1" y="819150"/>
            <a:ext cx="1219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re 1"/>
          <p:cNvSpPr txBox="1">
            <a:spLocks/>
          </p:cNvSpPr>
          <p:nvPr userDrawn="1"/>
        </p:nvSpPr>
        <p:spPr>
          <a:xfrm>
            <a:off x="7319342" y="260648"/>
            <a:ext cx="3652029" cy="360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400" b="0" i="0" u="none" strike="noStrike" kern="1200" cap="none" spc="0" normalizeH="0" baseline="0" noProof="0" dirty="0">
              <a:ln>
                <a:noFill/>
              </a:ln>
              <a:solidFill>
                <a:srgbClr val="4E4541"/>
              </a:solidFill>
              <a:effectLst/>
              <a:uLnTx/>
              <a:uFillTx/>
              <a:latin typeface="+mn-lt"/>
              <a:ea typeface="+mj-ea"/>
              <a:cs typeface="+mj-cs"/>
            </a:endParaRPr>
          </a:p>
        </p:txBody>
      </p:sp>
      <p:sp>
        <p:nvSpPr>
          <p:cNvPr id="1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5015087" y="260648"/>
            <a:ext cx="5976664" cy="360040"/>
          </a:xfrm>
        </p:spPr>
        <p:txBody>
          <a:bodyPr anchor="ctr">
            <a:normAutofit/>
          </a:bodyPr>
          <a:lstStyle>
            <a:lvl1pPr marL="0" indent="0" algn="r">
              <a:buNone/>
              <a:defRPr sz="1400" b="0">
                <a:solidFill>
                  <a:srgbClr val="7FA4C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0" name="Espace réservé du contenu 29"/>
          <p:cNvSpPr>
            <a:spLocks noGrp="1"/>
          </p:cNvSpPr>
          <p:nvPr>
            <p:ph sz="quarter" idx="10"/>
          </p:nvPr>
        </p:nvSpPr>
        <p:spPr>
          <a:xfrm>
            <a:off x="478656" y="4076850"/>
            <a:ext cx="3816349" cy="2376487"/>
          </a:xfrm>
          <a:solidFill>
            <a:srgbClr val="4E454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pic>
        <p:nvPicPr>
          <p:cNvPr id="17" name="Image 16" descr="Liseré Blanc.png"/>
          <p:cNvPicPr>
            <a:picLocks noChangeAspect="1"/>
          </p:cNvPicPr>
          <p:nvPr userDrawn="1"/>
        </p:nvPicPr>
        <p:blipFill>
          <a:blip r:embed="rId3" cstate="print"/>
          <a:srcRect r="23965" b="19723"/>
          <a:stretch>
            <a:fillRect/>
          </a:stretch>
        </p:blipFill>
        <p:spPr>
          <a:xfrm>
            <a:off x="7319342" y="1764108"/>
            <a:ext cx="4871071" cy="5093892"/>
          </a:xfrm>
          <a:prstGeom prst="rect">
            <a:avLst/>
          </a:prstGeom>
        </p:spPr>
      </p:pic>
      <p:sp>
        <p:nvSpPr>
          <p:cNvPr id="10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11063759" y="255564"/>
            <a:ext cx="648074" cy="365125"/>
          </a:xfrm>
        </p:spPr>
        <p:txBody>
          <a:bodyPr/>
          <a:lstStyle>
            <a:lvl1pPr algn="r">
              <a:defRPr sz="1400"/>
            </a:lvl1pPr>
          </a:lstStyle>
          <a:p>
            <a:fld id="{3E54C9AA-1C71-4E24-B844-1057B81B3104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split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vie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11063759" y="255564"/>
            <a:ext cx="648074" cy="365125"/>
          </a:xfrm>
        </p:spPr>
        <p:txBody>
          <a:bodyPr/>
          <a:lstStyle>
            <a:lvl1pPr algn="r">
              <a:defRPr sz="1400"/>
            </a:lvl1pPr>
          </a:lstStyle>
          <a:p>
            <a:fld id="{3E54C9AA-1C71-4E24-B844-1057B81B3104}" type="slidenum">
              <a:rPr lang="fr-FR" smtClean="0"/>
              <a:pPr/>
              <a:t>‹N°›</a:t>
            </a:fld>
            <a:endParaRPr lang="fr-FR" dirty="0"/>
          </a:p>
        </p:txBody>
      </p:sp>
      <p:cxnSp>
        <p:nvCxnSpPr>
          <p:cNvPr id="4" name="Straight Connector 21"/>
          <p:cNvCxnSpPr/>
          <p:nvPr userDrawn="1"/>
        </p:nvCxnSpPr>
        <p:spPr>
          <a:xfrm>
            <a:off x="11063758" y="228600"/>
            <a:ext cx="0" cy="371475"/>
          </a:xfrm>
          <a:prstGeom prst="line">
            <a:avLst/>
          </a:prstGeom>
          <a:ln>
            <a:solidFill>
              <a:srgbClr val="F9B00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Connecteur droit 4"/>
          <p:cNvCxnSpPr/>
          <p:nvPr userDrawn="1"/>
        </p:nvCxnSpPr>
        <p:spPr>
          <a:xfrm>
            <a:off x="1" y="819150"/>
            <a:ext cx="1219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re 1"/>
          <p:cNvSpPr txBox="1">
            <a:spLocks/>
          </p:cNvSpPr>
          <p:nvPr userDrawn="1"/>
        </p:nvSpPr>
        <p:spPr>
          <a:xfrm>
            <a:off x="7319342" y="260648"/>
            <a:ext cx="3652029" cy="360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400" b="0" i="0" u="none" strike="noStrike" kern="1200" cap="none" spc="0" normalizeH="0" baseline="0" noProof="0" dirty="0">
              <a:ln>
                <a:noFill/>
              </a:ln>
              <a:solidFill>
                <a:srgbClr val="4E4541"/>
              </a:solidFill>
              <a:effectLst/>
              <a:uLnTx/>
              <a:uFillTx/>
              <a:latin typeface="+mn-lt"/>
              <a:ea typeface="+mj-ea"/>
              <a:cs typeface="+mj-cs"/>
            </a:endParaRPr>
          </a:p>
        </p:txBody>
      </p:sp>
    </p:spTree>
  </p:cSld>
  <p:clrMapOvr>
    <a:masterClrMapping/>
  </p:clrMapOvr>
  <p:transition>
    <p:split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0"/>
            <a:ext cx="12190413" cy="6858000"/>
          </a:xfrm>
          <a:prstGeom prst="rect">
            <a:avLst/>
          </a:prstGeom>
          <a:solidFill>
            <a:srgbClr val="F9B004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rgbClr val="7FA4C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3432" y="3176931"/>
            <a:ext cx="2183550" cy="5041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split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ce réservé du contenu 2"/>
          <p:cNvSpPr>
            <a:spLocks noGrp="1"/>
          </p:cNvSpPr>
          <p:nvPr userDrawn="1">
            <p:ph idx="1"/>
          </p:nvPr>
        </p:nvSpPr>
        <p:spPr>
          <a:xfrm>
            <a:off x="575852" y="1183059"/>
            <a:ext cx="11047796" cy="50785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Clr>
                <a:srgbClr val="C8687D"/>
              </a:buClr>
              <a:buNone/>
              <a:defRPr sz="2400" b="0" i="0">
                <a:solidFill>
                  <a:srgbClr val="656565"/>
                </a:solidFill>
                <a:latin typeface="+mj-lt"/>
                <a:cs typeface="Helvetica Light"/>
              </a:defRPr>
            </a:lvl1pPr>
            <a:lvl2pPr marL="822372" indent="-224281">
              <a:buClr>
                <a:srgbClr val="0091A1"/>
              </a:buClr>
              <a:buFont typeface="Lucida Grande"/>
              <a:buChar char="&gt;"/>
              <a:defRPr sz="2100" b="0" i="0">
                <a:solidFill>
                  <a:srgbClr val="656565"/>
                </a:solidFill>
                <a:latin typeface="+mj-lt"/>
                <a:cs typeface="Garamond"/>
              </a:defRPr>
            </a:lvl2pPr>
            <a:lvl3pPr marL="1495212" indent="-299030">
              <a:buClr>
                <a:srgbClr val="0091A1"/>
              </a:buClr>
              <a:buFont typeface="Lucida Grande"/>
              <a:buChar char="&gt;"/>
              <a:defRPr sz="1800" b="0" i="0">
                <a:solidFill>
                  <a:srgbClr val="656565"/>
                </a:solidFill>
                <a:latin typeface="+mj-lt"/>
                <a:cs typeface="Garamond"/>
              </a:defRPr>
            </a:lvl3pPr>
            <a:lvl4pPr marL="2018532" indent="-224281">
              <a:buClr>
                <a:srgbClr val="0091A1"/>
              </a:buClr>
              <a:buFont typeface="Arial"/>
              <a:buChar char="•"/>
              <a:defRPr sz="1800" b="0" i="0">
                <a:solidFill>
                  <a:srgbClr val="656565"/>
                </a:solidFill>
                <a:latin typeface="+mj-lt"/>
                <a:cs typeface="Garamond"/>
              </a:defRPr>
            </a:lvl4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19" name="Espace réservé du numéro de diapositive 5"/>
          <p:cNvSpPr>
            <a:spLocks noGrp="1"/>
          </p:cNvSpPr>
          <p:nvPr userDrawn="1">
            <p:ph type="sldNum" sz="quarter" idx="12"/>
          </p:nvPr>
        </p:nvSpPr>
        <p:spPr>
          <a:xfrm>
            <a:off x="9202724" y="6437791"/>
            <a:ext cx="2844430" cy="365125"/>
          </a:xfrm>
          <a:prstGeom prst="rect">
            <a:avLst/>
          </a:prstGeom>
        </p:spPr>
        <p:txBody>
          <a:bodyPr lIns="119614" tIns="59806" rIns="119614" bIns="59806"/>
          <a:lstStyle>
            <a:lvl1pPr algn="r">
              <a:defRPr sz="1400" b="0" i="0">
                <a:solidFill>
                  <a:srgbClr val="656565"/>
                </a:solidFill>
                <a:latin typeface="Helvetica Neue Light"/>
                <a:cs typeface="Helvetica Neue Light"/>
              </a:defRPr>
            </a:lvl1pPr>
          </a:lstStyle>
          <a:p>
            <a:fld id="{0B8A6B14-C8EF-C848-B2EE-7CB3AF5FFCE7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023995" y="-10206"/>
            <a:ext cx="9718808" cy="1499616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5158581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09521" y="274638"/>
            <a:ext cx="1097137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521" y="1600202"/>
            <a:ext cx="10971372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09521" y="6356352"/>
            <a:ext cx="28444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165058" y="6356352"/>
            <a:ext cx="38602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736463" y="6356352"/>
            <a:ext cx="28444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4C9AA-1C71-4E24-B844-1057B81B310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3" r:id="rId3"/>
    <p:sldLayoutId id="2147483666" r:id="rId4"/>
    <p:sldLayoutId id="2147483652" r:id="rId5"/>
    <p:sldLayoutId id="2147483667" r:id="rId6"/>
    <p:sldLayoutId id="2147483668" r:id="rId7"/>
    <p:sldLayoutId id="2147483669" r:id="rId8"/>
    <p:sldLayoutId id="2147483662" r:id="rId9"/>
    <p:sldLayoutId id="2147483661" r:id="rId10"/>
    <p:sldLayoutId id="2147483656" r:id="rId11"/>
    <p:sldLayoutId id="2147483650" r:id="rId12"/>
    <p:sldLayoutId id="2147483670" r:id="rId13"/>
  </p:sldLayoutIdLst>
  <p:transition>
    <p:split/>
  </p:transition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C9AA-1C71-4E24-B844-1057B81B3104}" type="slidenum">
              <a:rPr lang="fr-FR" smtClean="0"/>
              <a:pPr/>
              <a:t>1</a:t>
            </a:fld>
            <a:endParaRPr lang="fr-FR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957993F9-595A-2947-9C4B-2985096B244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97" y="1026577"/>
            <a:ext cx="2232248" cy="2232248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A3473DF3-C9B7-844A-9A46-711097C238D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7214" y="1268760"/>
            <a:ext cx="3634532" cy="972580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990046C9-4AEF-E24E-BBC2-061CF78C5CA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172" y="3536312"/>
            <a:ext cx="1341993" cy="1341993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465AA43E-68C2-A346-AECB-F027167F871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8561" y="3142107"/>
            <a:ext cx="1656184" cy="1656184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35C88806-7C8F-DC48-B46B-3300006A9EB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9976" y="2558200"/>
            <a:ext cx="2994991" cy="2994991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79582" y="2636912"/>
            <a:ext cx="1220004" cy="2808312"/>
          </a:xfrm>
          <a:prstGeom prst="rect">
            <a:avLst/>
          </a:prstGeom>
          <a:ln w="6350">
            <a:solidFill>
              <a:srgbClr val="4E4541"/>
            </a:solidFill>
          </a:ln>
        </p:spPr>
      </p:pic>
    </p:spTree>
  </p:cSld>
  <p:clrMapOvr>
    <a:masterClrMapping/>
  </p:clrMapOvr>
  <p:transition>
    <p:split/>
  </p:transition>
</p:sld>
</file>

<file path=ppt/theme/theme1.xml><?xml version="1.0" encoding="utf-8"?>
<a:theme xmlns:a="http://schemas.openxmlformats.org/drawingml/2006/main" name="Modèle PPT ELSAN_VOK">
  <a:themeElements>
    <a:clrScheme name="Personnalisé 1">
      <a:dk1>
        <a:srgbClr val="4E4541"/>
      </a:dk1>
      <a:lt1>
        <a:srgbClr val="FFFFFF"/>
      </a:lt1>
      <a:dk2>
        <a:srgbClr val="F9B004"/>
      </a:dk2>
      <a:lt2>
        <a:srgbClr val="A1C67F"/>
      </a:lt2>
      <a:accent1>
        <a:srgbClr val="7FA4C6"/>
      </a:accent1>
      <a:accent2>
        <a:srgbClr val="69605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F7F7F"/>
      </a:hlink>
      <a:folHlink>
        <a:srgbClr val="7FA4C6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èle PPT ELSAN_VOK.potx" id="{E197A205-4770-4CF8-81DB-AFDA93BAD92B}" vid="{FBBD8894-F5F3-4F86-B66D-A7BD9AB79BA8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HoozinPublishingDocumentOffice" ma:contentTypeID="0x010100D9C21D14201F4931B87A338C2CEEE0A90100DCC0F5C8C8CB564DA323F2C54BEA62E9" ma:contentTypeVersion="3" ma:contentTypeDescription="Herited Hoozin publishing office document content type" ma:contentTypeScope="" ma:versionID="8352bf228c351c509bf3dde49aa15198">
  <xsd:schema xmlns:xsd="http://www.w3.org/2001/XMLSchema" xmlns:xs="http://www.w3.org/2001/XMLSchema" xmlns:p="http://schemas.microsoft.com/office/2006/metadata/properties" xmlns:ns1="http://schemas.microsoft.com/sharepoint/v3" xmlns:ns2="06d287a0-0cd3-420d-9ad9-9bc565490d01" targetNamespace="http://schemas.microsoft.com/office/2006/metadata/properties" ma:root="true" ma:fieldsID="b45de7ccfea5723f2b88439d5286d688" ns1:_="" ns2:_="">
    <xsd:import namespace="http://schemas.microsoft.com/sharepoint/v3"/>
    <xsd:import namespace="06d287a0-0cd3-420d-9ad9-9bc565490d01"/>
    <xsd:element name="properties">
      <xsd:complexType>
        <xsd:sequence>
          <xsd:element name="documentManagement">
            <xsd:complexType>
              <xsd:all>
                <xsd:element ref="ns1:ExtendedProperties" minOccurs="0"/>
                <xsd:element ref="ns2:HoozinDescription" minOccurs="0"/>
                <xsd:element ref="ns2:HoozinTags" minOccurs="0"/>
                <xsd:element ref="ns2:HoozinRating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ExtendedProperties" ma:index="0" nillable="true" ma:displayName="Extended Properties" ma:hidden="true" ma:internalName="ExtendedProperties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d287a0-0cd3-420d-9ad9-9bc565490d01" elementFormDefault="qualified">
    <xsd:import namespace="http://schemas.microsoft.com/office/2006/documentManagement/types"/>
    <xsd:import namespace="http://schemas.microsoft.com/office/infopath/2007/PartnerControls"/>
    <xsd:element name="HoozinDescription" ma:index="1" nillable="true" ma:displayName="Description" ma:internalName="HoozinDescription">
      <xsd:simpleType>
        <xsd:restriction base="dms:Note">
          <xsd:maxLength value="255"/>
        </xsd:restriction>
      </xsd:simpleType>
    </xsd:element>
    <xsd:element name="HoozinTags" ma:index="2" nillable="true" ma:displayName="Tags" ma:internalName="HoozinTag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/>
                </xsd:simpleType>
              </xsd:element>
            </xsd:sequence>
          </xsd:extension>
        </xsd:complexContent>
      </xsd:complexType>
    </xsd:element>
    <xsd:element name="HoozinRating" ma:index="3" nillable="true" ma:displayName="Rating" ma:internalName="HoozinRating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/>
        <xsd:element ref="dc:title" minOccurs="0" maxOccurs="1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HoozinTags xmlns="06d287a0-0cd3-420d-9ad9-9bc565490d01"/>
    <HoozinRating xmlns="06d287a0-0cd3-420d-9ad9-9bc565490d01" xsi:nil="true"/>
    <ExtendedProperties xmlns="http://schemas.microsoft.com/sharepoint/v3" xsi:nil="true"/>
    <HoozinDescription xmlns="06d287a0-0cd3-420d-9ad9-9bc565490d01" xsi:nil="true"/>
  </documentManagement>
</p:properties>
</file>

<file path=customXml/itemProps1.xml><?xml version="1.0" encoding="utf-8"?>
<ds:datastoreItem xmlns:ds="http://schemas.openxmlformats.org/officeDocument/2006/customXml" ds:itemID="{B90D7BC7-D5C6-4B63-B132-2F4C403E0CC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06d287a0-0cd3-420d-9ad9-9bc565490d0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4C711BF-5D6A-46A3-9F1C-C21236091126}">
  <ds:schemaRefs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purl.org/dc/dcmitype/"/>
    <ds:schemaRef ds:uri="http://www.w3.org/XML/1998/namespace"/>
    <ds:schemaRef ds:uri="http://schemas.openxmlformats.org/package/2006/metadata/core-properties"/>
    <ds:schemaRef ds:uri="http://purl.org/dc/elements/1.1/"/>
    <ds:schemaRef ds:uri="06d287a0-0cd3-420d-9ad9-9bc565490d01"/>
    <ds:schemaRef ds:uri="http://schemas.microsoft.com/sharepoint/v3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Modèle PPT ELSAN</Template>
  <TotalTime>336</TotalTime>
  <Words>1</Words>
  <Application>Microsoft Office PowerPoint</Application>
  <PresentationFormat>Personnalisé</PresentationFormat>
  <Paragraphs>1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8" baseType="lpstr">
      <vt:lpstr>Arial</vt:lpstr>
      <vt:lpstr>Calibri</vt:lpstr>
      <vt:lpstr>Garamond</vt:lpstr>
      <vt:lpstr>Helvetica Light</vt:lpstr>
      <vt:lpstr>Helvetica Neue Light</vt:lpstr>
      <vt:lpstr>Lucida Grande</vt:lpstr>
      <vt:lpstr>Modèle PPT ELSAN_VOK</vt:lpstr>
      <vt:lpstr>Présentation PowerPoint</vt:lpstr>
    </vt:vector>
  </TitlesOfParts>
  <Manager/>
  <Company>LB Développement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>Florence</dc:creator>
  <cp:keywords/>
  <dc:description/>
  <cp:lastModifiedBy>Pierre-Emmanuel COSSON</cp:lastModifiedBy>
  <cp:revision>42</cp:revision>
  <cp:lastPrinted>2019-11-13T15:43:16Z</cp:lastPrinted>
  <dcterms:created xsi:type="dcterms:W3CDTF">2019-10-21T15:31:29Z</dcterms:created>
  <dcterms:modified xsi:type="dcterms:W3CDTF">2023-05-04T17:29:29Z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0x010100D9C21D14201F4931B87A338C2CEEE0A90100DCC0F5C8C8CB564DA323F2C54BEA62E9</vt:lpwstr>
  </property>
</Properties>
</file>